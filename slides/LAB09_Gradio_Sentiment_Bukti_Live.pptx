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d411f25f254356" /><Relationship Type="http://schemas.openxmlformats.org/officeDocument/2006/relationships/extended-properties" Target="/docProps/app.xml" Id="R73eb1e373c00467a" /><Relationship Type="http://schemas.openxmlformats.org/officeDocument/2006/relationships/officeDocument" Target="/ppt/presentation.xml" Id="R3a46510faa9d4f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89cb78ff3e48b7"/>
  </p:sldMasterIdLst>
  <p:notesMasterIdLst>
    <p:notesMasterId xmlns:r="http://schemas.openxmlformats.org/officeDocument/2006/relationships" r:id="Rd78d53735d394a76"/>
  </p:notesMasterIdLst>
  <p:sldIdLst>
    <p:sldId xmlns:r="http://schemas.openxmlformats.org/officeDocument/2006/relationships" id="256" r:id="R7bf620a6d3c1446e"/>
    <p:sldId xmlns:r="http://schemas.openxmlformats.org/officeDocument/2006/relationships" id="257" r:id="Rab8a740f2692449b"/>
    <p:sldId xmlns:r="http://schemas.openxmlformats.org/officeDocument/2006/relationships" id="258" r:id="R584622d21f604e0f"/>
    <p:sldId xmlns:r="http://schemas.openxmlformats.org/officeDocument/2006/relationships" id="259" r:id="Rea2bf2d919b94d39"/>
    <p:sldId xmlns:r="http://schemas.openxmlformats.org/officeDocument/2006/relationships" id="260" r:id="R2ed6611b96f24343"/>
    <p:sldId xmlns:r="http://schemas.openxmlformats.org/officeDocument/2006/relationships" id="261" r:id="Rfdbfdde2e15e4cc3"/>
    <p:sldId xmlns:r="http://schemas.openxmlformats.org/officeDocument/2006/relationships" id="262" r:id="R15e0978d80964b84"/>
    <p:sldId xmlns:r="http://schemas.openxmlformats.org/officeDocument/2006/relationships" id="263" r:id="R8a679f3a7608476c"/>
    <p:sldId xmlns:r="http://schemas.openxmlformats.org/officeDocument/2006/relationships" id="264" r:id="Rda09e66684974a47"/>
    <p:sldId xmlns:r="http://schemas.openxmlformats.org/officeDocument/2006/relationships" id="265" r:id="R6f43c1a494ec4d24"/>
    <p:sldId xmlns:r="http://schemas.openxmlformats.org/officeDocument/2006/relationships" id="266" r:id="R4f662afd7a9b45bc"/>
    <p:sldId xmlns:r="http://schemas.openxmlformats.org/officeDocument/2006/relationships" id="267" r:id="R0f2a195a9ae44165"/>
    <p:sldId xmlns:r="http://schemas.openxmlformats.org/officeDocument/2006/relationships" id="268" r:id="Rd084eeb491be4a3f"/>
    <p:sldId xmlns:r="http://schemas.openxmlformats.org/officeDocument/2006/relationships" id="269" r:id="R4732bf9f619440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9ac6e9971d46d2" /><Relationship Type="http://schemas.openxmlformats.org/officeDocument/2006/relationships/slideMaster" Target="/ppt/slideMasters/slideMaster1.xml" Id="R6289cb78ff3e48b7" /><Relationship Type="http://schemas.openxmlformats.org/officeDocument/2006/relationships/notesMaster" Target="/ppt/notesMasters/notesMaster1.xml" Id="Rd78d53735d394a76" /><Relationship Type="http://schemas.openxmlformats.org/officeDocument/2006/relationships/presProps" Target="/ppt/presProps.xml" Id="R2bda5110e0de4bb1" /><Relationship Type="http://schemas.openxmlformats.org/officeDocument/2006/relationships/viewProps" Target="/ppt/viewProps.xml" Id="R5589483ce8d34be9" /><Relationship Type="http://schemas.openxmlformats.org/officeDocument/2006/relationships/tableStyles" Target="/ppt/tableStyles.xml" Id="Re676a22b50bb468a" /><Relationship Type="http://schemas.openxmlformats.org/officeDocument/2006/relationships/slide" Target="/ppt/slides/slide1.xml" Id="R7bf620a6d3c1446e" /><Relationship Type="http://schemas.openxmlformats.org/officeDocument/2006/relationships/slide" Target="/ppt/slides/slide2.xml" Id="Rab8a740f2692449b" /><Relationship Type="http://schemas.openxmlformats.org/officeDocument/2006/relationships/slide" Target="/ppt/slides/slide3.xml" Id="R584622d21f604e0f" /><Relationship Type="http://schemas.openxmlformats.org/officeDocument/2006/relationships/slide" Target="/ppt/slides/slide4.xml" Id="Rea2bf2d919b94d39" /><Relationship Type="http://schemas.openxmlformats.org/officeDocument/2006/relationships/slide" Target="/ppt/slides/slide5.xml" Id="R2ed6611b96f24343" /><Relationship Type="http://schemas.openxmlformats.org/officeDocument/2006/relationships/slide" Target="/ppt/slides/slide6.xml" Id="Rfdbfdde2e15e4cc3" /><Relationship Type="http://schemas.openxmlformats.org/officeDocument/2006/relationships/slide" Target="/ppt/slides/slide7.xml" Id="R15e0978d80964b84" /><Relationship Type="http://schemas.openxmlformats.org/officeDocument/2006/relationships/slide" Target="/ppt/slides/slide8.xml" Id="R8a679f3a7608476c" /><Relationship Type="http://schemas.openxmlformats.org/officeDocument/2006/relationships/slide" Target="/ppt/slides/slide9.xml" Id="Rda09e66684974a47" /><Relationship Type="http://schemas.openxmlformats.org/officeDocument/2006/relationships/slide" Target="/ppt/slides/slide10.xml" Id="R6f43c1a494ec4d24" /><Relationship Type="http://schemas.openxmlformats.org/officeDocument/2006/relationships/slide" Target="/ppt/slides/slide11.xml" Id="R4f662afd7a9b45bc" /><Relationship Type="http://schemas.openxmlformats.org/officeDocument/2006/relationships/slide" Target="/ppt/slides/slide12.xml" Id="R0f2a195a9ae44165" /><Relationship Type="http://schemas.openxmlformats.org/officeDocument/2006/relationships/slide" Target="/ppt/slides/slide13.xml" Id="Rd084eeb491be4a3f" /><Relationship Type="http://schemas.openxmlformats.org/officeDocument/2006/relationships/slide" Target="/ppt/slides/slide14.xml" Id="R4732bf9f619440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8f1852ee1a4b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1e870700ec449a" /><Relationship Type="http://schemas.openxmlformats.org/officeDocument/2006/relationships/notesMaster" Target="/ppt/notesMasters/notesMaster1.xml" Id="R6aae1940cd0143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7c7af3e74543ac" /><Relationship Type="http://schemas.openxmlformats.org/officeDocument/2006/relationships/notesMaster" Target="/ppt/notesMasters/notesMaster1.xml" Id="Re7ab3c80cbf04d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ecbd7734ec4aaa" /><Relationship Type="http://schemas.openxmlformats.org/officeDocument/2006/relationships/notesMaster" Target="/ppt/notesMasters/notesMaster1.xml" Id="Rcde35c73f87b480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8e9c1f3d724cd2" /><Relationship Type="http://schemas.openxmlformats.org/officeDocument/2006/relationships/notesMaster" Target="/ppt/notesMasters/notesMaster1.xml" Id="R499d70268b5748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77f7b8f97974358" /><Relationship Type="http://schemas.openxmlformats.org/officeDocument/2006/relationships/notesMaster" Target="/ppt/notesMasters/notesMaster1.xml" Id="Re49038fe7a7044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c5bf6901a94ceb" /><Relationship Type="http://schemas.openxmlformats.org/officeDocument/2006/relationships/notesMaster" Target="/ppt/notesMasters/notesMaster1.xml" Id="R7853dc51f3824e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dfbbe58ebe478a" /><Relationship Type="http://schemas.openxmlformats.org/officeDocument/2006/relationships/notesMaster" Target="/ppt/notesMasters/notesMaster1.xml" Id="R7988fd813f4f46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5ca08289aab4006" /><Relationship Type="http://schemas.openxmlformats.org/officeDocument/2006/relationships/notesMaster" Target="/ppt/notesMasters/notesMaster1.xml" Id="R92a6794b6faa45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4c6efc5a76a4945" /><Relationship Type="http://schemas.openxmlformats.org/officeDocument/2006/relationships/notesMaster" Target="/ppt/notesMasters/notesMaster1.xml" Id="R5bb45fb8b72945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4decbc7077f42a9" /><Relationship Type="http://schemas.openxmlformats.org/officeDocument/2006/relationships/notesMaster" Target="/ppt/notesMasters/notesMaster1.xml" Id="R385ccfb6c9b24f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5ff7e0770947bf" /><Relationship Type="http://schemas.openxmlformats.org/officeDocument/2006/relationships/notesMaster" Target="/ppt/notesMasters/notesMaster1.xml" Id="R1f3780b823054f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0988363b0cd475a" /><Relationship Type="http://schemas.openxmlformats.org/officeDocument/2006/relationships/notesMaster" Target="/ppt/notesMasters/notesMaster1.xml" Id="Rd160499be13a4c6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d6d10a3597c45ec" /><Relationship Type="http://schemas.openxmlformats.org/officeDocument/2006/relationships/notesMaster" Target="/ppt/notesMasters/notesMaster1.xml" Id="R4e9d2e75258c401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fc1acaaf9ee4dbf" /><Relationship Type="http://schemas.openxmlformats.org/officeDocument/2006/relationships/notesMaster" Target="/ppt/notesMasters/notesMaster1.xml" Id="R0c81ee9510354a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8f0b0a6a794028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343d67f6aa4302" /><Relationship Type="http://schemas.openxmlformats.org/officeDocument/2006/relationships/slideLayout" Target="/ppt/slideLayouts/slideLayout1.xml" Id="R565d8bb46d3746b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5d8bb46d3746b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ea71df503f4038" /><Relationship Type="http://schemas.openxmlformats.org/officeDocument/2006/relationships/image" Target="/ppt/media/image.jpeg" Id="R3145054622ad4dad" /><Relationship Type="http://schemas.openxmlformats.org/officeDocument/2006/relationships/image" Target="/ppt/media/image.png" Id="R202d6d46e7224c6d" /><Relationship Type="http://schemas.openxmlformats.org/officeDocument/2006/relationships/image" Target="/ppt/media/image2.png" Id="R88568a5646ed4b87" /><Relationship Type="http://schemas.openxmlformats.org/officeDocument/2006/relationships/notesSlide" Target="/ppt/notesSlides/notesSlide1.xml" Id="R36629a0711f94a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3263d231e4427" /><Relationship Type="http://schemas.openxmlformats.org/officeDocument/2006/relationships/image" Target="/ppt/media/image.png" Id="R5ae7e576a99a416e" /><Relationship Type="http://schemas.openxmlformats.org/officeDocument/2006/relationships/image" Target="/ppt/media/image2.png" Id="Rb9324eb85f3244ee" /><Relationship Type="http://schemas.openxmlformats.org/officeDocument/2006/relationships/image" Target="/ppt/media/image3.png" Id="Rb2492a97c0ad4e53" /><Relationship Type="http://schemas.openxmlformats.org/officeDocument/2006/relationships/image" Target="/ppt/media/image4.png" Id="R9b28e502b06f4b1f" /><Relationship Type="http://schemas.openxmlformats.org/officeDocument/2006/relationships/image" Target="/ppt/media/image5.png" Id="R2d1882f81acd4dc8" /><Relationship Type="http://schemas.openxmlformats.org/officeDocument/2006/relationships/image" Target="/ppt/media/image6.png" Id="Rb141e6e0d5af427a" /><Relationship Type="http://schemas.openxmlformats.org/officeDocument/2006/relationships/image" Target="/ppt/media/image7.png" Id="Rdd23bac2774643e4" /><Relationship Type="http://schemas.openxmlformats.org/officeDocument/2006/relationships/image" Target="/ppt/media/image8.png" Id="R2ef993edb1b74c02" /><Relationship Type="http://schemas.openxmlformats.org/officeDocument/2006/relationships/image" Target="/ppt/media/image9.png" Id="Rf1e80d4013544d6b" /><Relationship Type="http://schemas.openxmlformats.org/officeDocument/2006/relationships/notesSlide" Target="/ppt/notesSlides/notesSlide2.xml" Id="R6fa3f6cb0cba47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33d0003acb4ddd" /><Relationship Type="http://schemas.openxmlformats.org/officeDocument/2006/relationships/image" Target="/ppt/media/image.png" Id="R8792447b736843db" /><Relationship Type="http://schemas.openxmlformats.org/officeDocument/2006/relationships/image" Target="/ppt/media/image2.png" Id="Raf825efa6be14cb0" /><Relationship Type="http://schemas.openxmlformats.org/officeDocument/2006/relationships/notesSlide" Target="/ppt/notesSlides/notesSlide3.xml" Id="Rf7c3a0c068a94d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b8d5b0f214032" /><Relationship Type="http://schemas.openxmlformats.org/officeDocument/2006/relationships/image" Target="/ppt/media/image.png" Id="R8ab35237014f43d2" /><Relationship Type="http://schemas.openxmlformats.org/officeDocument/2006/relationships/image" Target="/ppt/media/image2.png" Id="R684b7b5ba69a476f" /><Relationship Type="http://schemas.openxmlformats.org/officeDocument/2006/relationships/image" Target="/ppt/media/image3.png" Id="Re454b8828a7d46bc" /><Relationship Type="http://schemas.openxmlformats.org/officeDocument/2006/relationships/image" Target="/ppt/media/image4.png" Id="Rd9e997e25b7f4b50" /><Relationship Type="http://schemas.openxmlformats.org/officeDocument/2006/relationships/image" Target="/ppt/media/image5.png" Id="R46948f8b51af4f90" /><Relationship Type="http://schemas.openxmlformats.org/officeDocument/2006/relationships/image" Target="/ppt/media/image6.png" Id="R654fc69b6d764f5b" /><Relationship Type="http://schemas.openxmlformats.org/officeDocument/2006/relationships/image" Target="/ppt/media/image7.png" Id="Rc6782d050a4d412f" /><Relationship Type="http://schemas.openxmlformats.org/officeDocument/2006/relationships/image" Target="/ppt/media/image8.png" Id="R3681dc28289944ee" /><Relationship Type="http://schemas.openxmlformats.org/officeDocument/2006/relationships/image" Target="/ppt/media/image9.png" Id="R5879984ed0774668" /><Relationship Type="http://schemas.openxmlformats.org/officeDocument/2006/relationships/image" Target="/ppt/media/image10.png" Id="Refe0c40bcaad4bfa" /><Relationship Type="http://schemas.openxmlformats.org/officeDocument/2006/relationships/notesSlide" Target="/ppt/notesSlides/notesSlide4.xml" Id="Rb5bfa8bdfda243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a69ed301534e9b" /><Relationship Type="http://schemas.openxmlformats.org/officeDocument/2006/relationships/image" Target="/ppt/media/image.png" Id="Rfdd5a1f7c24f4814" /><Relationship Type="http://schemas.openxmlformats.org/officeDocument/2006/relationships/image" Target="/ppt/media/image2.png" Id="Re9046fc16474436d" /><Relationship Type="http://schemas.openxmlformats.org/officeDocument/2006/relationships/notesSlide" Target="/ppt/notesSlides/notesSlide5.xml" Id="R09e91be9f23c49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4f9cec66b463b" /><Relationship Type="http://schemas.openxmlformats.org/officeDocument/2006/relationships/image" Target="/ppt/media/image.png" Id="R6ad883c5048240e4" /><Relationship Type="http://schemas.openxmlformats.org/officeDocument/2006/relationships/image" Target="/ppt/media/image2.png" Id="R087e0ec017c94b5b" /><Relationship Type="http://schemas.openxmlformats.org/officeDocument/2006/relationships/image" Target="/ppt/media/image3.png" Id="R42a8634a5dd54632" /><Relationship Type="http://schemas.openxmlformats.org/officeDocument/2006/relationships/image" Target="/ppt/media/image4.png" Id="R3f475fe1bde34ba4" /><Relationship Type="http://schemas.openxmlformats.org/officeDocument/2006/relationships/image" Target="/ppt/media/image5.png" Id="R89d4579755294630" /><Relationship Type="http://schemas.openxmlformats.org/officeDocument/2006/relationships/image" Target="/ppt/media/image6.png" Id="R785a3962b3ec41b3" /><Relationship Type="http://schemas.openxmlformats.org/officeDocument/2006/relationships/image" Target="/ppt/media/image7.png" Id="Rcdfa0b44d5d84e1e" /><Relationship Type="http://schemas.openxmlformats.org/officeDocument/2006/relationships/image" Target="/ppt/media/image8.png" Id="R6f10652ca6e74870" /><Relationship Type="http://schemas.openxmlformats.org/officeDocument/2006/relationships/image" Target="/ppt/media/image9.png" Id="Raf03e691f4084548" /><Relationship Type="http://schemas.openxmlformats.org/officeDocument/2006/relationships/image" Target="/ppt/media/image11.png" Id="R1c6f1c285bde4649" /><Relationship Type="http://schemas.openxmlformats.org/officeDocument/2006/relationships/notesSlide" Target="/ppt/notesSlides/notesSlide6.xml" Id="R2cab24f2915e47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7d3ebb94c49f5" /><Relationship Type="http://schemas.openxmlformats.org/officeDocument/2006/relationships/image" Target="/ppt/media/image.png" Id="R5f1809e7967040eb" /><Relationship Type="http://schemas.openxmlformats.org/officeDocument/2006/relationships/image" Target="/ppt/media/image2.png" Id="Ra93030bdbca64f7e" /><Relationship Type="http://schemas.openxmlformats.org/officeDocument/2006/relationships/notesSlide" Target="/ppt/notesSlides/notesSlide7.xml" Id="R8304e119a72841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b1bdfe0621400e" /><Relationship Type="http://schemas.openxmlformats.org/officeDocument/2006/relationships/image" Target="/ppt/media/image.png" Id="Re6f6a52af5ad4499" /><Relationship Type="http://schemas.openxmlformats.org/officeDocument/2006/relationships/image" Target="/ppt/media/image2.png" Id="Rc0984eae60354fed" /><Relationship Type="http://schemas.openxmlformats.org/officeDocument/2006/relationships/image" Target="/ppt/media/image3.png" Id="R03455c8015f84986" /><Relationship Type="http://schemas.openxmlformats.org/officeDocument/2006/relationships/image" Target="/ppt/media/image4.png" Id="Ra468531cb1a5466b" /><Relationship Type="http://schemas.openxmlformats.org/officeDocument/2006/relationships/image" Target="/ppt/media/image5.png" Id="Rd39bb4cf653042b7" /><Relationship Type="http://schemas.openxmlformats.org/officeDocument/2006/relationships/image" Target="/ppt/media/image6.png" Id="R8ca2f490254341b3" /><Relationship Type="http://schemas.openxmlformats.org/officeDocument/2006/relationships/image" Target="/ppt/media/image7.png" Id="R8ccb1f0676e54205" /><Relationship Type="http://schemas.openxmlformats.org/officeDocument/2006/relationships/image" Target="/ppt/media/image8.png" Id="R054aadb3c6804c86" /><Relationship Type="http://schemas.openxmlformats.org/officeDocument/2006/relationships/image" Target="/ppt/media/image9.png" Id="R538fc421d2b24cb9" /><Relationship Type="http://schemas.openxmlformats.org/officeDocument/2006/relationships/image" Target="/ppt/media/image12.png" Id="R1d0e3efd973f4b8b" /><Relationship Type="http://schemas.openxmlformats.org/officeDocument/2006/relationships/notesSlide" Target="/ppt/notesSlides/notesSlide8.xml" Id="R84c22488368b40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5773c50b644366" /><Relationship Type="http://schemas.openxmlformats.org/officeDocument/2006/relationships/image" Target="/ppt/media/image.png" Id="R9f39f03dabfc4dbb" /><Relationship Type="http://schemas.openxmlformats.org/officeDocument/2006/relationships/image" Target="/ppt/media/image2.png" Id="Rba584569a98142cb" /><Relationship Type="http://schemas.openxmlformats.org/officeDocument/2006/relationships/image" Target="/ppt/media/image3.png" Id="R454373c473654487" /><Relationship Type="http://schemas.openxmlformats.org/officeDocument/2006/relationships/image" Target="/ppt/media/image4.png" Id="Raabece6fd8204ea7" /><Relationship Type="http://schemas.openxmlformats.org/officeDocument/2006/relationships/image" Target="/ppt/media/image5.png" Id="R85212dd210be41ae" /><Relationship Type="http://schemas.openxmlformats.org/officeDocument/2006/relationships/image" Target="/ppt/media/image6.png" Id="Rcc856a26d33f4330" /><Relationship Type="http://schemas.openxmlformats.org/officeDocument/2006/relationships/image" Target="/ppt/media/image7.png" Id="R223fc577898649e0" /><Relationship Type="http://schemas.openxmlformats.org/officeDocument/2006/relationships/image" Target="/ppt/media/image8.png" Id="R4aeeef49949140fe" /><Relationship Type="http://schemas.openxmlformats.org/officeDocument/2006/relationships/image" Target="/ppt/media/image9.png" Id="R2196bc66a9f840d1" /><Relationship Type="http://schemas.openxmlformats.org/officeDocument/2006/relationships/image" Target="/ppt/media/image13.png" Id="R29226e97da584e3d" /><Relationship Type="http://schemas.openxmlformats.org/officeDocument/2006/relationships/notesSlide" Target="/ppt/notesSlides/notesSlide9.xml" Id="Re77286347681462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26e14375646da" /><Relationship Type="http://schemas.openxmlformats.org/officeDocument/2006/relationships/image" Target="/ppt/media/image.png" Id="R4a919790475e45f3" /><Relationship Type="http://schemas.openxmlformats.org/officeDocument/2006/relationships/image" Target="/ppt/media/image2.png" Id="Rf1bf4773e71f46ac" /><Relationship Type="http://schemas.openxmlformats.org/officeDocument/2006/relationships/notesSlide" Target="/ppt/notesSlides/notesSlide10.xml" Id="Rdafea7071102456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ad15af0d044ed" /><Relationship Type="http://schemas.openxmlformats.org/officeDocument/2006/relationships/image" Target="/ppt/media/image.png" Id="R873683db8f374e8f" /><Relationship Type="http://schemas.openxmlformats.org/officeDocument/2006/relationships/image" Target="/ppt/media/image2.png" Id="Re016579f818b4582" /><Relationship Type="http://schemas.openxmlformats.org/officeDocument/2006/relationships/image" Target="/ppt/media/image3.png" Id="R65115407e44a4753" /><Relationship Type="http://schemas.openxmlformats.org/officeDocument/2006/relationships/image" Target="/ppt/media/image4.png" Id="R78857a0509f64947" /><Relationship Type="http://schemas.openxmlformats.org/officeDocument/2006/relationships/image" Target="/ppt/media/image5.png" Id="R540c6dc2ab304343" /><Relationship Type="http://schemas.openxmlformats.org/officeDocument/2006/relationships/image" Target="/ppt/media/image6.png" Id="Rf764412e3f6b4c6c" /><Relationship Type="http://schemas.openxmlformats.org/officeDocument/2006/relationships/image" Target="/ppt/media/image7.png" Id="R3bb2dcbec55e4565" /><Relationship Type="http://schemas.openxmlformats.org/officeDocument/2006/relationships/image" Target="/ppt/media/image8.png" Id="Rbe1d4637b7f34f93" /><Relationship Type="http://schemas.openxmlformats.org/officeDocument/2006/relationships/image" Target="/ppt/media/image9.png" Id="R1323e856edb24dc6" /><Relationship Type="http://schemas.openxmlformats.org/officeDocument/2006/relationships/image" Target="/ppt/media/image14.png" Id="R05640878d6ff4d6f" /><Relationship Type="http://schemas.openxmlformats.org/officeDocument/2006/relationships/notesSlide" Target="/ppt/notesSlides/notesSlide11.xml" Id="Re6f615dd394045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23eb41489047a9" /><Relationship Type="http://schemas.openxmlformats.org/officeDocument/2006/relationships/image" Target="/ppt/media/image.png" Id="R3df2981705bd465b" /><Relationship Type="http://schemas.openxmlformats.org/officeDocument/2006/relationships/image" Target="/ppt/media/image2.png" Id="R942b04f82d7049dd" /><Relationship Type="http://schemas.openxmlformats.org/officeDocument/2006/relationships/image" Target="/ppt/media/image3.png" Id="R29e55e0f92ab44a0" /><Relationship Type="http://schemas.openxmlformats.org/officeDocument/2006/relationships/image" Target="/ppt/media/image4.png" Id="R63d92830610c4f46" /><Relationship Type="http://schemas.openxmlformats.org/officeDocument/2006/relationships/image" Target="/ppt/media/image5.png" Id="R26319407fae941ee" /><Relationship Type="http://schemas.openxmlformats.org/officeDocument/2006/relationships/image" Target="/ppt/media/image6.png" Id="R42ae25ae4b22418e" /><Relationship Type="http://schemas.openxmlformats.org/officeDocument/2006/relationships/image" Target="/ppt/media/image7.png" Id="R8762ba2950bb4bfd" /><Relationship Type="http://schemas.openxmlformats.org/officeDocument/2006/relationships/image" Target="/ppt/media/image8.png" Id="R281052957ed74456" /><Relationship Type="http://schemas.openxmlformats.org/officeDocument/2006/relationships/image" Target="/ppt/media/image9.png" Id="R3d1e0a4eef374a4b" /><Relationship Type="http://schemas.openxmlformats.org/officeDocument/2006/relationships/image" Target="/ppt/media/image15.png" Id="Rd3c1069b755b4704" /><Relationship Type="http://schemas.openxmlformats.org/officeDocument/2006/relationships/notesSlide" Target="/ppt/notesSlides/notesSlide12.xml" Id="R4bcebb39f5d9464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4467c673a249d0" /><Relationship Type="http://schemas.openxmlformats.org/officeDocument/2006/relationships/image" Target="/ppt/media/image.png" Id="R402caccedafe46c4" /><Relationship Type="http://schemas.openxmlformats.org/officeDocument/2006/relationships/image" Target="/ppt/media/image2.png" Id="R740ace5809aa43c3" /><Relationship Type="http://schemas.openxmlformats.org/officeDocument/2006/relationships/notesSlide" Target="/ppt/notesSlides/notesSlide13.xml" Id="R40f297a8954848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658535fbd4adf" /><Relationship Type="http://schemas.openxmlformats.org/officeDocument/2006/relationships/image" Target="/ppt/media/image.png" Id="Rd16680b9a6c24cd9" /><Relationship Type="http://schemas.openxmlformats.org/officeDocument/2006/relationships/image" Target="/ppt/media/image2.png" Id="Rd74484ac882842e3" /><Relationship Type="http://schemas.openxmlformats.org/officeDocument/2006/relationships/image" Target="/ppt/media/image3.png" Id="R1c0379fa7d3b45f3" /><Relationship Type="http://schemas.openxmlformats.org/officeDocument/2006/relationships/image" Target="/ppt/media/image4.png" Id="Rd1e8b9e842674ab4" /><Relationship Type="http://schemas.openxmlformats.org/officeDocument/2006/relationships/image" Target="/ppt/media/image5.png" Id="R37d7481c2c1c46c2" /><Relationship Type="http://schemas.openxmlformats.org/officeDocument/2006/relationships/image" Target="/ppt/media/image6.png" Id="R02c2b0576f974b05" /><Relationship Type="http://schemas.openxmlformats.org/officeDocument/2006/relationships/image" Target="/ppt/media/image7.png" Id="R89e24e31fde44500" /><Relationship Type="http://schemas.openxmlformats.org/officeDocument/2006/relationships/image" Target="/ppt/media/image8.png" Id="R7a5bc01740164e46" /><Relationship Type="http://schemas.openxmlformats.org/officeDocument/2006/relationships/image" Target="/ppt/media/image9.png" Id="R96e9afcf0faa461a" /><Relationship Type="http://schemas.openxmlformats.org/officeDocument/2006/relationships/image" Target="/ppt/media/image16.png" Id="Rfa7e48f31a28443b" /><Relationship Type="http://schemas.openxmlformats.org/officeDocument/2006/relationships/notesSlide" Target="/ppt/notesSlides/notesSlide14.xml" Id="R143737b5b7994710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145054622ad4da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2d6d46e7224c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568a5646ed4b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F22C0D24-9582-4055-B96E-086F043F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9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F395DB20-2FBB-4716-BB3B-87024508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471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GRADIO + ML</a:t>
            </a:r>
            <a:endParaRPr sz="44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33C96ABA-DD0E-4159-9CD2-2668F3DB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83280"/>
            <a:ext cx="112471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SENTIMENT LAB</a:t>
            </a:r>
            <a:endParaRPr sz="4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72092B81-0753-42FE-A8EC-65ED4834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Baseline Naive Bayes lokal; DistilBERT dan Space opsional</a:t>
            </a:r>
            <a:endParaRPr sz="22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A3B9C7D-DC8A-47DF-B0E2-6BFB3818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Demo UI yang dapat diulang tanpa akun cloud</a:t>
            </a:r>
            <a:endParaRPr sz="14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E3CB6E57-5644-4AC7-B135-4734F0A7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8F275C3B-642A-4524-9CAF-CB55C702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63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9  |  HF SPACES + GRADIO</a:t>
            </a:r>
            <a:endParaRPr sz="12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341571A-B7AB-4A71-B71F-6D850085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D832470-B678-48BB-9AA4-355FC4D1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9794513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C961723-C39F-43A7-9F21-FC2D0357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6686CA7-DC67-4926-9C79-8140F532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440A7E0-052E-4107-B56A-980E42A5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e7e576a99a41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24eb85f3244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1AB99DE-1CF9-4D39-9FDD-77971DF7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3617C71-7612-40CB-AD30-CC18C0B9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09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9E56AD8-4ECE-4124-AD1F-E033B5A6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Latih model kecil dari TSV, uji UI nyata, dan jelaskan batas probabilitas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675194A-474D-43FD-825E-C988F8A2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1BB84AE-7C08-4BBD-AF56-41555A23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92a97c0ad4e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BD668A-92F0-4366-A9F4-895EB165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venv dan install Gradio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28e502b06f4b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710EB49E-F36C-4A92-A55C-76E6F355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Latih baseline dari training.tsv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1882f81acd4d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81075E4D-C73D-487C-ADB3-C13505A3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web lokal port 7860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1e6e0d5af42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3E95022A-D30E-459B-B6AD-BAE0C675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teks positif/negatif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23bac2774643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2DFEABD8-2A52-451D-A861-E0676E74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Ubah ambang keputusan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f993edb1b74c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F2AE965-A28E-410A-BF60-D2DA641A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input kosong dan token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e80d4013544d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90F79CD5-12D9-43D7-BB1D-922AC1F9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Space/DistilBERT bila tersedia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F84D3839-FC3D-4CBC-B52E-C87E51DD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9F05ADC2-CCF7-43AC-88F4-D1608DCB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PROYEK KELOMPOK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Tim 3 orang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7E63DC43-7983-416E-B299-C4C16CC6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 kecil memberi baseline proyek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Evaluasi hasil dan batas data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Simpan bukti bila berguna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Minggu 7 dan 14; tanpa nilai Lab 09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22AB78DD-7A04-4C77-AD19-D4BAE52D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77DE92C-C6F9-457C-8D4A-E6EEDAB1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1366294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2447b7368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825efa6be14c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Siapkan Python dan latih baseline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root repo Lab 09; tidak perlu Docker atau cloud account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python --version
python -m venv .venv
.\.venv\Scripts\python -m pip install `
  -r requirements.txt
.\.venv\Scripts\python core.py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Apa yang dilakukan core.py?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load_training membaca training.tsv.
Token diubah ke huruf kecil.
NaiveBayes menghitung kata per label.
Laplace smoothing mencegah peluang 0.
Sanity check: positif dan negatif.
24 sampel kecil hanya untuk kelas.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5005422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35237014f43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b7b5ba69a47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Baseline siap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Sanity check dari core.py dan contoh data training.tsv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4b8828a7d46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python core.py.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e997e25b7f4b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cek baseline dari training.tsv.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48f8b51af4f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Bayes hitung peluang dua kelas.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4fc69b6d764f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Output sanity check harus lulus.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782d050a4d41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Tidak mengunduh checkpoint besar.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81dc28289944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Data kecil rentan bias dan overfit.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79984ed07746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Lanjut ke app.py untuk UI.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 terlatih; sanity check lulus.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0c40bcaad4b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069447"/>
            <a:ext cx="5084064" cy="3066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211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5a1f7c24f48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046fc1647443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Jalankan web Gradio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file app.py menghubungkan model, komponen, dan event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.\.venv\Scripts\python app.py
# Buka http://127.0.0.1:7860
# Masukkan teks dan tekan Analisis.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Komponen pada app.py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Textbox menerima kalimat.
Radio memilih baseline/DistilBERT.
Slider mengatur ambang positive.
Label menampilkan dua probabilitas.
JSON memberi detail keputusan.
Dataframe menjelaskan token baseline.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776239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d883c5048240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7e0ec017c94b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UI Gradio lokal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Browser aktual pada 127.0.0.1:7860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34a5dd546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python app.py.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475fe1bde34b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buka web Gradio di port 7860.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d45797552946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Blocks merender form/hasil.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5a3962b3ec41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Examples mengisi contoh cepat.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a0b44d5d84e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Klik Analisis memanggil analyze().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0652ca6e748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Output awal kosong sebelum analisis.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03e691f40845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Port 7860 hanya di host lokal.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Textbox, Radio, Slider, dan Button terlihat.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6f1c285bde46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90422" y="2057400"/>
            <a:ext cx="4541396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4809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1809e7967040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3030bdbca64f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Uji positif dan negatif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Probabilitas model dipisah dari keputusan bisnis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Dua input uji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"layanan ini cepat dan membantu"
"aplikasi sering gagal dibuka"
# Pilih Baseline lokal; ambang 0.5.
# Tekan Analisis untuk tiap input.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perhitungan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predict_proba menghasilkan dua skor.
decide(p_positive, threshold)
→ positive jika p &gt;= threshold.
Tabel token berisi frekuensi per kelas.
Angka 0.90 adalah skor model demo,
bukan kepastian sentimen sebenarnya.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7341311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f6a52af5ad44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84eae60354f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Prediksi positif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 hasil untuk “layanan ini cepat dan membantu”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455c8015f849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masukkan teks positif; klik Analisis.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68531cb1a546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uji prediksi baseline.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bb4cf653042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token diberi skor Naive Bayes.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a2f490254341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Tabel menunjukkan token input.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cb1f0676e542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Kata cepat/membantu membantu kelas +.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aadb3c6804c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Baca juga 24 sampel training.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8fc421d2b24c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Catat hasil milik mesin sendiri.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 positif menghasilkan label positive.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e3efd973f4b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611" y="2057400"/>
            <a:ext cx="352101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4214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9f03dabfc4d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84569a98142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Prediksi negatif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Bandingkan teks negatif pada model yang sama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373c4736544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masukkan teks negatif; klik Analisis.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ece6fd8204e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uji label negative.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12dd210be41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token gagal naikkan skor negatif.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856a26d33f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Kata gagal membantu kelas negatif.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fc577898649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Prediksi bergantung data TSV.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eef49949140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Coba variasi kalimat pekerjaan nyata.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6bc66a9f840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jadikan baseline keputusan final.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 negatif menghasilkan label negative.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226e97da584e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35620" y="2057400"/>
            <a:ext cx="365099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916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919790475e45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bf4773e71f46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challenge ambang dan kosong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Pisahkan probabilitas dari keputusan; validasi UI sebelum model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Ubah ambang di web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# Masukkan teks positif yang sama.
# Geser ambang dari 0.5 ke 0.9.
# Analisis ulang; amati decision.
# Kosongkan teks; klik Analisis.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Kode inti dalam app.py/core.py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400">
                <a:solidFill>
                  <a:srgbClr val="FFFFFF"/>
                </a:solidFill>
                <a:latin typeface="Aptos"/>
                <a:ea typeface="Aptos"/>
                <a:cs typeface="Aptos"/>
              </a:rPr>
              <a:t>if not text.strip():
    return {}, {"error":
      "Masukkan teks terlebih dahulu."}, []
def decide(p, threshold):
    if p &gt;= threshold:
        return "positive"
    return "negative"
Ambang dapat ubah keputusan tanpa retrain.</a:t>
            </a:r>
            <a:endParaRPr sz="14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6147318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3683db8f37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16579f818b45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Ambang mengubah keputusan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Teks sama, skor sama, aturan klasifikasi berubah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115407e44a47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geser ambang 0.5 ke 0.9.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57a0509f649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uji aturan keputusan bisnis.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0c6dc2ab3043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skor sama; label dapat berubah.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64412e3f6b4c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Grafik Label tetap menampilkan skor teratas.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2dcbec55e45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Field threshold merekam aturan baru.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d4637b7f34f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Uji juga input kosong: pesan validasi.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23e856edb24d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Bedakan skor model dari keputusan.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JSON decision berubah walau grafik skor tetap positive.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640878d6ff4d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611" y="2057400"/>
            <a:ext cx="352101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8001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f2981705bd46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2b04f82d7049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6 | Input kosong ditangani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Form tetap responsif ketika teks tidak dapat dianalisis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e55e0f92ab44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hapus teks lalu klik Analisis.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92830610c4f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uji validasi input kosong.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319407fae941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analyze() tolak sebelum prediksi.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e25ae4b2241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Label kosong dan JSON berisi error.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2ba2950bb4b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Server tidak crash.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052957ed744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Validasi ini bagian kontrak UI.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e0a4eef374a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Coba kembali teks yang sah.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Pesan “Masukkan teks terlebih dahulu.” tampil.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1069b755b47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15822" y="2057400"/>
            <a:ext cx="4090595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80628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2caccedafe46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0ace5809aa43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Space, DistilBERT, dan Git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perluasan membutuhkan akses/resource tambahan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Opsi model atau Space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.\.venv\Scripts\python -m pip install `
  -r requirements-transformer.txt
# Pilih DistilBERT English pada UI.
# Space: salin app.py, core.py,
# training.tsv, requirements.txt;
# SPACE_README.md → README.md.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Git yang aman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git check-ignore .venv
git add app.py core.py training.tsv
git add requirements*.txt README.md
git diff --cached --check
git commit -m "lab09: Gradio baseline"
git push
Token HF tidak masuk commit.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2133095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6680b9a6c24c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4484ac882842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7 | Repo materi di GitHub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Source, modul PDF, slide, dan screenshot tersedia pada branch main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0379fa7d3b45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git status; git add 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e8b9e842674a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pilih berkas untuk di-push.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d7481c2c1c46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Git stage source, abaikan .venv.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2b0576f974b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git commit mencatat versi pekerjaan.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24e31fde44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git push mengirim commit ke GitHub.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5bc01740164e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Repo materi publik bertanda template.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9afcf0faa46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Mahasiswa tetap memakai repo miliknya.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Halaman ini bukti repo materi; bukan push mahasiswa.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e48f31a2844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54680" y="2057400"/>
            <a:ext cx="4612879" cy="30632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88903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2026-10-07T19:04:08.8490000Z</dcterms:created>
  <dcterms:modified xsi:type="dcterms:W3CDTF">2026-10-07T19:04:08.8490000Z</dcterms:modified>
</coreProperties>
</file>