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a3a20533c2b4f9b" /><Relationship Type="http://schemas.openxmlformats.org/officeDocument/2006/relationships/extended-properties" Target="/docProps/app.xml" Id="Rbdc01673717d4769" /><Relationship Type="http://schemas.openxmlformats.org/officeDocument/2006/relationships/officeDocument" Target="/ppt/presentation.xml" Id="R825c38365b4b452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5f7381bd90a4aeb"/>
  </p:sldMasterIdLst>
  <p:notesMasterIdLst>
    <p:notesMasterId xmlns:r="http://schemas.openxmlformats.org/officeDocument/2006/relationships" r:id="Rf48501f8d35b41b3"/>
  </p:notesMasterIdLst>
  <p:sldIdLst>
    <p:sldId xmlns:r="http://schemas.openxmlformats.org/officeDocument/2006/relationships" id="256" r:id="R5791f0f2f82d4a11"/>
    <p:sldId xmlns:r="http://schemas.openxmlformats.org/officeDocument/2006/relationships" id="257" r:id="Rd4bd4994e21440ae"/>
    <p:sldId xmlns:r="http://schemas.openxmlformats.org/officeDocument/2006/relationships" id="258" r:id="Rd56c65d149a94e4d"/>
    <p:sldId xmlns:r="http://schemas.openxmlformats.org/officeDocument/2006/relationships" id="259" r:id="R367e4a2e17ca46ed"/>
    <p:sldId xmlns:r="http://schemas.openxmlformats.org/officeDocument/2006/relationships" id="260" r:id="R7675862e96154ffa"/>
    <p:sldId xmlns:r="http://schemas.openxmlformats.org/officeDocument/2006/relationships" id="261" r:id="R72a9ad5c418a4121"/>
    <p:sldId xmlns:r="http://schemas.openxmlformats.org/officeDocument/2006/relationships" id="262" r:id="Re506260acb4b4f07"/>
    <p:sldId xmlns:r="http://schemas.openxmlformats.org/officeDocument/2006/relationships" id="263" r:id="R326971873d864e36"/>
    <p:sldId xmlns:r="http://schemas.openxmlformats.org/officeDocument/2006/relationships" id="264" r:id="R8904d5c1abd6499a"/>
    <p:sldId xmlns:r="http://schemas.openxmlformats.org/officeDocument/2006/relationships" id="265" r:id="R84ab4e46c5d940e8"/>
    <p:sldId xmlns:r="http://schemas.openxmlformats.org/officeDocument/2006/relationships" id="266" r:id="Re65e3d6055b242b1"/>
    <p:sldId xmlns:r="http://schemas.openxmlformats.org/officeDocument/2006/relationships" id="267" r:id="R36015e437ef344a5"/>
    <p:sldId xmlns:r="http://schemas.openxmlformats.org/officeDocument/2006/relationships" id="268" r:id="R1c73b500f3e14a18"/>
    <p:sldId xmlns:r="http://schemas.openxmlformats.org/officeDocument/2006/relationships" id="269" r:id="R6bdc6b2f4d7b443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ca1668b9b924534" /><Relationship Type="http://schemas.openxmlformats.org/officeDocument/2006/relationships/slideMaster" Target="/ppt/slideMasters/slideMaster1.xml" Id="Rb5f7381bd90a4aeb" /><Relationship Type="http://schemas.openxmlformats.org/officeDocument/2006/relationships/notesMaster" Target="/ppt/notesMasters/notesMaster1.xml" Id="Rf48501f8d35b41b3" /><Relationship Type="http://schemas.openxmlformats.org/officeDocument/2006/relationships/presProps" Target="/ppt/presProps.xml" Id="R5d1eb9a78ac642cd" /><Relationship Type="http://schemas.openxmlformats.org/officeDocument/2006/relationships/viewProps" Target="/ppt/viewProps.xml" Id="R607c4dfd56f5463e" /><Relationship Type="http://schemas.openxmlformats.org/officeDocument/2006/relationships/tableStyles" Target="/ppt/tableStyles.xml" Id="R988dc91cfcd2482a" /><Relationship Type="http://schemas.openxmlformats.org/officeDocument/2006/relationships/slide" Target="/ppt/slides/slide1.xml" Id="R5791f0f2f82d4a11" /><Relationship Type="http://schemas.openxmlformats.org/officeDocument/2006/relationships/slide" Target="/ppt/slides/slide2.xml" Id="Rd4bd4994e21440ae" /><Relationship Type="http://schemas.openxmlformats.org/officeDocument/2006/relationships/slide" Target="/ppt/slides/slide3.xml" Id="Rd56c65d149a94e4d" /><Relationship Type="http://schemas.openxmlformats.org/officeDocument/2006/relationships/slide" Target="/ppt/slides/slide4.xml" Id="R367e4a2e17ca46ed" /><Relationship Type="http://schemas.openxmlformats.org/officeDocument/2006/relationships/slide" Target="/ppt/slides/slide5.xml" Id="R7675862e96154ffa" /><Relationship Type="http://schemas.openxmlformats.org/officeDocument/2006/relationships/slide" Target="/ppt/slides/slide6.xml" Id="R72a9ad5c418a4121" /><Relationship Type="http://schemas.openxmlformats.org/officeDocument/2006/relationships/slide" Target="/ppt/slides/slide7.xml" Id="Re506260acb4b4f07" /><Relationship Type="http://schemas.openxmlformats.org/officeDocument/2006/relationships/slide" Target="/ppt/slides/slide8.xml" Id="R326971873d864e36" /><Relationship Type="http://schemas.openxmlformats.org/officeDocument/2006/relationships/slide" Target="/ppt/slides/slide9.xml" Id="R8904d5c1abd6499a" /><Relationship Type="http://schemas.openxmlformats.org/officeDocument/2006/relationships/slide" Target="/ppt/slides/slide10.xml" Id="R84ab4e46c5d940e8" /><Relationship Type="http://schemas.openxmlformats.org/officeDocument/2006/relationships/slide" Target="/ppt/slides/slide11.xml" Id="Re65e3d6055b242b1" /><Relationship Type="http://schemas.openxmlformats.org/officeDocument/2006/relationships/slide" Target="/ppt/slides/slide12.xml" Id="R36015e437ef344a5" /><Relationship Type="http://schemas.openxmlformats.org/officeDocument/2006/relationships/slide" Target="/ppt/slides/slide13.xml" Id="R1c73b500f3e14a18" /><Relationship Type="http://schemas.openxmlformats.org/officeDocument/2006/relationships/slide" Target="/ppt/slides/slide14.xml" Id="R6bdc6b2f4d7b443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1f74bbe023749c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241c093c5b34a51" /><Relationship Type="http://schemas.openxmlformats.org/officeDocument/2006/relationships/notesMaster" Target="/ppt/notesMasters/notesMaster1.xml" Id="Rb95c36d12fad405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fa293c29f444c02" /><Relationship Type="http://schemas.openxmlformats.org/officeDocument/2006/relationships/notesMaster" Target="/ppt/notesMasters/notesMaster1.xml" Id="R1919514dc6bf42e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e0a05c883844df6" /><Relationship Type="http://schemas.openxmlformats.org/officeDocument/2006/relationships/notesMaster" Target="/ppt/notesMasters/notesMaster1.xml" Id="R29b77b58ebf945d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3cda9bb43304ce9" /><Relationship Type="http://schemas.openxmlformats.org/officeDocument/2006/relationships/notesMaster" Target="/ppt/notesMasters/notesMaster1.xml" Id="R9edc65df5654428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56e13b42de74c55" /><Relationship Type="http://schemas.openxmlformats.org/officeDocument/2006/relationships/notesMaster" Target="/ppt/notesMasters/notesMaster1.xml" Id="R8fc034594dbc445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78812ba80784099" /><Relationship Type="http://schemas.openxmlformats.org/officeDocument/2006/relationships/notesMaster" Target="/ppt/notesMasters/notesMaster1.xml" Id="R52dd637a79eb4ad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7cdcb944acd44c3" /><Relationship Type="http://schemas.openxmlformats.org/officeDocument/2006/relationships/notesMaster" Target="/ppt/notesMasters/notesMaster1.xml" Id="Reb4e1b37869a450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f6cfb80341149ca" /><Relationship Type="http://schemas.openxmlformats.org/officeDocument/2006/relationships/notesMaster" Target="/ppt/notesMasters/notesMaster1.xml" Id="Re3c143754a0a4c0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02a00cf022b45e9" /><Relationship Type="http://schemas.openxmlformats.org/officeDocument/2006/relationships/notesMaster" Target="/ppt/notesMasters/notesMaster1.xml" Id="Rd91964c4437341c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5cc4d3aed0240e3" /><Relationship Type="http://schemas.openxmlformats.org/officeDocument/2006/relationships/notesMaster" Target="/ppt/notesMasters/notesMaster1.xml" Id="R3c82bb9ad88b4a3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3dd3df62212402d" /><Relationship Type="http://schemas.openxmlformats.org/officeDocument/2006/relationships/notesMaster" Target="/ppt/notesMasters/notesMaster1.xml" Id="Rd17593c0856d4b6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45e28800c72425e" /><Relationship Type="http://schemas.openxmlformats.org/officeDocument/2006/relationships/notesMaster" Target="/ppt/notesMasters/notesMaster1.xml" Id="R871c967f3c824b1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788bd19ddff4089" /><Relationship Type="http://schemas.openxmlformats.org/officeDocument/2006/relationships/notesMaster" Target="/ppt/notesMasters/notesMaster1.xml" Id="R1b392bd2a0b94a8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fa1156ed94c4b2d" /><Relationship Type="http://schemas.openxmlformats.org/officeDocument/2006/relationships/notesMaster" Target="/ppt/notesMasters/notesMaster1.xml" Id="Rfb3e465e7cce4d6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edfdc8172d4416f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e38ae6a351d472b" /><Relationship Type="http://schemas.openxmlformats.org/officeDocument/2006/relationships/slideLayout" Target="/ppt/slideLayouts/slideLayout1.xml" Id="R130ffb1a4e8d443e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30ffb1a4e8d443e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6d9bab4c5d46d7" /><Relationship Type="http://schemas.openxmlformats.org/officeDocument/2006/relationships/image" Target="/ppt/media/image.jpeg" Id="R785cabba07544524" /><Relationship Type="http://schemas.openxmlformats.org/officeDocument/2006/relationships/image" Target="/ppt/media/image.png" Id="R2bfac35c3a7543d7" /><Relationship Type="http://schemas.openxmlformats.org/officeDocument/2006/relationships/image" Target="/ppt/media/image2.png" Id="Reb64ef7be6214068" /><Relationship Type="http://schemas.openxmlformats.org/officeDocument/2006/relationships/notesSlide" Target="/ppt/notesSlides/notesSlide1.xml" Id="Rb241e36e76fd449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c1bf02e43745fb" /><Relationship Type="http://schemas.openxmlformats.org/officeDocument/2006/relationships/image" Target="/ppt/media/image.png" Id="R9f013f5c59e240d0" /><Relationship Type="http://schemas.openxmlformats.org/officeDocument/2006/relationships/image" Target="/ppt/media/image2.png" Id="R09eb3e8d6554465c" /><Relationship Type="http://schemas.openxmlformats.org/officeDocument/2006/relationships/image" Target="/ppt/media/image3.png" Id="R987455a2f58b4701" /><Relationship Type="http://schemas.openxmlformats.org/officeDocument/2006/relationships/image" Target="/ppt/media/image4.png" Id="Rd751d0fc04d74ca2" /><Relationship Type="http://schemas.openxmlformats.org/officeDocument/2006/relationships/image" Target="/ppt/media/image5.png" Id="R953534f01cf34bb4" /><Relationship Type="http://schemas.openxmlformats.org/officeDocument/2006/relationships/image" Target="/ppt/media/image6.png" Id="Rcaac6f55c6bb4bea" /><Relationship Type="http://schemas.openxmlformats.org/officeDocument/2006/relationships/image" Target="/ppt/media/image7.png" Id="R50cdd5c76fb948e2" /><Relationship Type="http://schemas.openxmlformats.org/officeDocument/2006/relationships/image" Target="/ppt/media/image8.png" Id="R5be25f8f16084d8f" /><Relationship Type="http://schemas.openxmlformats.org/officeDocument/2006/relationships/image" Target="/ppt/media/image9.png" Id="R761302c768b749dc" /><Relationship Type="http://schemas.openxmlformats.org/officeDocument/2006/relationships/notesSlide" Target="/ppt/notesSlides/notesSlide2.xml" Id="Raca45d88988244e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7f565f7e1a4d50" /><Relationship Type="http://schemas.openxmlformats.org/officeDocument/2006/relationships/image" Target="/ppt/media/image.png" Id="R37f3c0a5b50c4498" /><Relationship Type="http://schemas.openxmlformats.org/officeDocument/2006/relationships/image" Target="/ppt/media/image2.png" Id="R4776b94fc77b4c47" /><Relationship Type="http://schemas.openxmlformats.org/officeDocument/2006/relationships/notesSlide" Target="/ppt/notesSlides/notesSlide3.xml" Id="Re1c3bd025a0b409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a881f9878b4196" /><Relationship Type="http://schemas.openxmlformats.org/officeDocument/2006/relationships/image" Target="/ppt/media/image.png" Id="Re3e4bc56a8aa4917" /><Relationship Type="http://schemas.openxmlformats.org/officeDocument/2006/relationships/image" Target="/ppt/media/image2.png" Id="R7caed870ae4c4645" /><Relationship Type="http://schemas.openxmlformats.org/officeDocument/2006/relationships/image" Target="/ppt/media/image3.png" Id="R0f34c87a2ddf49b7" /><Relationship Type="http://schemas.openxmlformats.org/officeDocument/2006/relationships/image" Target="/ppt/media/image4.png" Id="R955b32e0706d4304" /><Relationship Type="http://schemas.openxmlformats.org/officeDocument/2006/relationships/image" Target="/ppt/media/image5.png" Id="R17d63acbe02647a7" /><Relationship Type="http://schemas.openxmlformats.org/officeDocument/2006/relationships/image" Target="/ppt/media/image6.png" Id="Rf88239e8f1a548e3" /><Relationship Type="http://schemas.openxmlformats.org/officeDocument/2006/relationships/image" Target="/ppt/media/image7.png" Id="Rf9fff752c66d4ba8" /><Relationship Type="http://schemas.openxmlformats.org/officeDocument/2006/relationships/image" Target="/ppt/media/image8.png" Id="R9cb9ba783da24686" /><Relationship Type="http://schemas.openxmlformats.org/officeDocument/2006/relationships/image" Target="/ppt/media/image9.png" Id="R3ce4ea45c2254ba7" /><Relationship Type="http://schemas.openxmlformats.org/officeDocument/2006/relationships/image" Target="/ppt/media/image10.png" Id="R52fb7faa8c66492c" /><Relationship Type="http://schemas.openxmlformats.org/officeDocument/2006/relationships/notesSlide" Target="/ppt/notesSlides/notesSlide4.xml" Id="R153b8ab6b2424d2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b36c2d148e4542" /><Relationship Type="http://schemas.openxmlformats.org/officeDocument/2006/relationships/image" Target="/ppt/media/image.png" Id="R7d45ea224ca94efb" /><Relationship Type="http://schemas.openxmlformats.org/officeDocument/2006/relationships/image" Target="/ppt/media/image2.png" Id="R52f0b7865f214f19" /><Relationship Type="http://schemas.openxmlformats.org/officeDocument/2006/relationships/notesSlide" Target="/ppt/notesSlides/notesSlide5.xml" Id="R15e32848fc26431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f3f2dee5a84afc" /><Relationship Type="http://schemas.openxmlformats.org/officeDocument/2006/relationships/image" Target="/ppt/media/image.png" Id="Ra2fa6f7895be4086" /><Relationship Type="http://schemas.openxmlformats.org/officeDocument/2006/relationships/image" Target="/ppt/media/image2.png" Id="Rbb87ab2dd9994f9f" /><Relationship Type="http://schemas.openxmlformats.org/officeDocument/2006/relationships/image" Target="/ppt/media/image3.png" Id="Rc577e5a890164e2c" /><Relationship Type="http://schemas.openxmlformats.org/officeDocument/2006/relationships/image" Target="/ppt/media/image4.png" Id="R5def0938cdfc4f88" /><Relationship Type="http://schemas.openxmlformats.org/officeDocument/2006/relationships/image" Target="/ppt/media/image5.png" Id="R318b8830d5da4fd3" /><Relationship Type="http://schemas.openxmlformats.org/officeDocument/2006/relationships/image" Target="/ppt/media/image6.png" Id="R4e5ee416ef264d9e" /><Relationship Type="http://schemas.openxmlformats.org/officeDocument/2006/relationships/image" Target="/ppt/media/image7.png" Id="R692332a429434f2c" /><Relationship Type="http://schemas.openxmlformats.org/officeDocument/2006/relationships/image" Target="/ppt/media/image8.png" Id="Rca2ba88189404447" /><Relationship Type="http://schemas.openxmlformats.org/officeDocument/2006/relationships/image" Target="/ppt/media/image9.png" Id="Rfbffdadb0a754ce6" /><Relationship Type="http://schemas.openxmlformats.org/officeDocument/2006/relationships/image" Target="/ppt/media/image11.png" Id="Rd97ac0c8f06142b1" /><Relationship Type="http://schemas.openxmlformats.org/officeDocument/2006/relationships/notesSlide" Target="/ppt/notesSlides/notesSlide6.xml" Id="R7ccfbdb41f1049a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e61a3a7aae4950" /><Relationship Type="http://schemas.openxmlformats.org/officeDocument/2006/relationships/image" Target="/ppt/media/image.png" Id="R7b9b7e7c2af540bd" /><Relationship Type="http://schemas.openxmlformats.org/officeDocument/2006/relationships/image" Target="/ppt/media/image2.png" Id="R5635507e934344c4" /><Relationship Type="http://schemas.openxmlformats.org/officeDocument/2006/relationships/notesSlide" Target="/ppt/notesSlides/notesSlide7.xml" Id="R4af668e7747d4a6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45eac6e1034887" /><Relationship Type="http://schemas.openxmlformats.org/officeDocument/2006/relationships/image" Target="/ppt/media/image.png" Id="R7e469e0927e0444f" /><Relationship Type="http://schemas.openxmlformats.org/officeDocument/2006/relationships/image" Target="/ppt/media/image2.png" Id="Rf0f32c04cc234695" /><Relationship Type="http://schemas.openxmlformats.org/officeDocument/2006/relationships/image" Target="/ppt/media/image3.png" Id="R689e5e5ed5904427" /><Relationship Type="http://schemas.openxmlformats.org/officeDocument/2006/relationships/image" Target="/ppt/media/image4.png" Id="R3f96794ba36943fb" /><Relationship Type="http://schemas.openxmlformats.org/officeDocument/2006/relationships/image" Target="/ppt/media/image5.png" Id="Ra04d46a1e719458b" /><Relationship Type="http://schemas.openxmlformats.org/officeDocument/2006/relationships/image" Target="/ppt/media/image6.png" Id="R5794132f5b30452b" /><Relationship Type="http://schemas.openxmlformats.org/officeDocument/2006/relationships/image" Target="/ppt/media/image7.png" Id="R457696ed69c24bf8" /><Relationship Type="http://schemas.openxmlformats.org/officeDocument/2006/relationships/image" Target="/ppt/media/image8.png" Id="Rbd65cdcf0e7b4f6d" /><Relationship Type="http://schemas.openxmlformats.org/officeDocument/2006/relationships/image" Target="/ppt/media/image9.png" Id="R769697caa7ff4b39" /><Relationship Type="http://schemas.openxmlformats.org/officeDocument/2006/relationships/image" Target="/ppt/media/image12.png" Id="Re81ed83b0be24546" /><Relationship Type="http://schemas.openxmlformats.org/officeDocument/2006/relationships/notesSlide" Target="/ppt/notesSlides/notesSlide8.xml" Id="Rcc1c980ecd6e46d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2079f277964027" /><Relationship Type="http://schemas.openxmlformats.org/officeDocument/2006/relationships/image" Target="/ppt/media/image.png" Id="R84a9f19e086d433e" /><Relationship Type="http://schemas.openxmlformats.org/officeDocument/2006/relationships/image" Target="/ppt/media/image2.png" Id="R9144c25c0ab44684" /><Relationship Type="http://schemas.openxmlformats.org/officeDocument/2006/relationships/image" Target="/ppt/media/image3.png" Id="Rff479db294e340f5" /><Relationship Type="http://schemas.openxmlformats.org/officeDocument/2006/relationships/image" Target="/ppt/media/image4.png" Id="R563a58458bf14c7e" /><Relationship Type="http://schemas.openxmlformats.org/officeDocument/2006/relationships/image" Target="/ppt/media/image5.png" Id="R355ad56285434817" /><Relationship Type="http://schemas.openxmlformats.org/officeDocument/2006/relationships/image" Target="/ppt/media/image6.png" Id="R9b169ca397b24385" /><Relationship Type="http://schemas.openxmlformats.org/officeDocument/2006/relationships/image" Target="/ppt/media/image7.png" Id="R9e2711f010b24058" /><Relationship Type="http://schemas.openxmlformats.org/officeDocument/2006/relationships/image" Target="/ppt/media/image8.png" Id="R3b1ed4ff28504b98" /><Relationship Type="http://schemas.openxmlformats.org/officeDocument/2006/relationships/image" Target="/ppt/media/image9.png" Id="Rb016592317a74a69" /><Relationship Type="http://schemas.openxmlformats.org/officeDocument/2006/relationships/image" Target="/ppt/media/image13.png" Id="R30d8fbf10e9f462c" /><Relationship Type="http://schemas.openxmlformats.org/officeDocument/2006/relationships/notesSlide" Target="/ppt/notesSlides/notesSlide9.xml" Id="R47b4d9d564e34f4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5220ccda2b469d" /><Relationship Type="http://schemas.openxmlformats.org/officeDocument/2006/relationships/image" Target="/ppt/media/image.png" Id="Rf47ec49b00a3494d" /><Relationship Type="http://schemas.openxmlformats.org/officeDocument/2006/relationships/image" Target="/ppt/media/image2.png" Id="R75e23c6148984ddc" /><Relationship Type="http://schemas.openxmlformats.org/officeDocument/2006/relationships/notesSlide" Target="/ppt/notesSlides/notesSlide10.xml" Id="R27ec1b125cb34ed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e9cd811b9540a2" /><Relationship Type="http://schemas.openxmlformats.org/officeDocument/2006/relationships/image" Target="/ppt/media/image.png" Id="Re71bfa562a2c4cba" /><Relationship Type="http://schemas.openxmlformats.org/officeDocument/2006/relationships/image" Target="/ppt/media/image2.png" Id="Rbb4c4293d183459d" /><Relationship Type="http://schemas.openxmlformats.org/officeDocument/2006/relationships/image" Target="/ppt/media/image3.png" Id="R745d74009fd14867" /><Relationship Type="http://schemas.openxmlformats.org/officeDocument/2006/relationships/image" Target="/ppt/media/image4.png" Id="Rce47d0dab6ec4f88" /><Relationship Type="http://schemas.openxmlformats.org/officeDocument/2006/relationships/image" Target="/ppt/media/image5.png" Id="R4c0ad221656b4213" /><Relationship Type="http://schemas.openxmlformats.org/officeDocument/2006/relationships/image" Target="/ppt/media/image6.png" Id="Re28909d0332c41d4" /><Relationship Type="http://schemas.openxmlformats.org/officeDocument/2006/relationships/image" Target="/ppt/media/image7.png" Id="R0e27e38e8da64012" /><Relationship Type="http://schemas.openxmlformats.org/officeDocument/2006/relationships/image" Target="/ppt/media/image8.png" Id="Rf4b0f0f1b8244b39" /><Relationship Type="http://schemas.openxmlformats.org/officeDocument/2006/relationships/image" Target="/ppt/media/image9.png" Id="R64cec8f873f9491b" /><Relationship Type="http://schemas.openxmlformats.org/officeDocument/2006/relationships/image" Target="/ppt/media/image14.png" Id="Rd9a313f0ad8b4f82" /><Relationship Type="http://schemas.openxmlformats.org/officeDocument/2006/relationships/notesSlide" Target="/ppt/notesSlides/notesSlide11.xml" Id="R04d8cad8d1334e5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26a918e4c446b1" /><Relationship Type="http://schemas.openxmlformats.org/officeDocument/2006/relationships/image" Target="/ppt/media/image.png" Id="R9d7516176fea4eec" /><Relationship Type="http://schemas.openxmlformats.org/officeDocument/2006/relationships/image" Target="/ppt/media/image2.png" Id="R2a406a67ea274baa" /><Relationship Type="http://schemas.openxmlformats.org/officeDocument/2006/relationships/image" Target="/ppt/media/image3.png" Id="R491f84be09d24850" /><Relationship Type="http://schemas.openxmlformats.org/officeDocument/2006/relationships/image" Target="/ppt/media/image4.png" Id="R94c50ad057634f0f" /><Relationship Type="http://schemas.openxmlformats.org/officeDocument/2006/relationships/image" Target="/ppt/media/image5.png" Id="Ra1d2e6777c8948ac" /><Relationship Type="http://schemas.openxmlformats.org/officeDocument/2006/relationships/image" Target="/ppt/media/image6.png" Id="R97b9d1bcd9074b78" /><Relationship Type="http://schemas.openxmlformats.org/officeDocument/2006/relationships/image" Target="/ppt/media/image7.png" Id="Reb5b7f1aacb04eaa" /><Relationship Type="http://schemas.openxmlformats.org/officeDocument/2006/relationships/image" Target="/ppt/media/image8.png" Id="Rc5f0a1b623b64476" /><Relationship Type="http://schemas.openxmlformats.org/officeDocument/2006/relationships/image" Target="/ppt/media/image9.png" Id="R0cb5a8f6f8924e27" /><Relationship Type="http://schemas.openxmlformats.org/officeDocument/2006/relationships/image" Target="/ppt/media/image15.png" Id="Rc5a45a3284524880" /><Relationship Type="http://schemas.openxmlformats.org/officeDocument/2006/relationships/notesSlide" Target="/ppt/notesSlides/notesSlide12.xml" Id="Ra2b36bb9ddb94ed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11f64b5cce4b9a" /><Relationship Type="http://schemas.openxmlformats.org/officeDocument/2006/relationships/image" Target="/ppt/media/image.png" Id="Rf87a915d60104a50" /><Relationship Type="http://schemas.openxmlformats.org/officeDocument/2006/relationships/image" Target="/ppt/media/image2.png" Id="Rf5adf79ee5f04a80" /><Relationship Type="http://schemas.openxmlformats.org/officeDocument/2006/relationships/notesSlide" Target="/ppt/notesSlides/notesSlide13.xml" Id="Rd23737d89210437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e5acf5bfc34ca6" /><Relationship Type="http://schemas.openxmlformats.org/officeDocument/2006/relationships/image" Target="/ppt/media/image.png" Id="R5d67924568f04b68" /><Relationship Type="http://schemas.openxmlformats.org/officeDocument/2006/relationships/image" Target="/ppt/media/image2.png" Id="R8d5e3825a89b49cc" /><Relationship Type="http://schemas.openxmlformats.org/officeDocument/2006/relationships/image" Target="/ppt/media/image3.png" Id="R15d1bca4f61c486e" /><Relationship Type="http://schemas.openxmlformats.org/officeDocument/2006/relationships/image" Target="/ppt/media/image4.png" Id="R6640bde1ac874048" /><Relationship Type="http://schemas.openxmlformats.org/officeDocument/2006/relationships/image" Target="/ppt/media/image5.png" Id="R0504b879374940c5" /><Relationship Type="http://schemas.openxmlformats.org/officeDocument/2006/relationships/image" Target="/ppt/media/image6.png" Id="R1ac7231d794c41a5" /><Relationship Type="http://schemas.openxmlformats.org/officeDocument/2006/relationships/image" Target="/ppt/media/image7.png" Id="R3dc457396c8f422d" /><Relationship Type="http://schemas.openxmlformats.org/officeDocument/2006/relationships/image" Target="/ppt/media/image8.png" Id="Ra75827bf683e4b2a" /><Relationship Type="http://schemas.openxmlformats.org/officeDocument/2006/relationships/image" Target="/ppt/media/image9.png" Id="R82652cdb308c4a6c" /><Relationship Type="http://schemas.openxmlformats.org/officeDocument/2006/relationships/image" Target="/ppt/media/image16.png" Id="Rca5287638bc94931" /><Relationship Type="http://schemas.openxmlformats.org/officeDocument/2006/relationships/notesSlide" Target="/ppt/notesSlides/notesSlide14.xml" Id="Rb38da4ea37e74be5" /></Relationships>
</file>

<file path=ppt/slides/slide1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785cabba07544524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fac35c3a7543d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16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64ef7be621406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4" name="Text 0">
            <a:extLst xmlns:a="http://schemas.openxmlformats.org/drawingml/2006/main">
              <a:ext uri="{FF2B5EF4-FFF2-40B4-BE49-F238E27FC236}">
                <a16:creationId xmlns:a16="http://schemas.microsoft.com/office/drawing/2014/main" id="{F22C0D24-9582-4055-B96E-086F043FB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68880"/>
            <a:ext cx="11247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 spc="400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COMP6991031   |   PRAKTIKUM 9   |   100 MENIT</a:t>
            </a:r>
            <a:endParaRPr sz="1400"/>
          </a:p>
        </p:txBody>
      </p:sp>
      <p:sp>
        <p:nvSpPr>
          <p:cNvPr id="5" name="Text 1">
            <a:extLst xmlns:a="http://schemas.openxmlformats.org/drawingml/2006/main">
              <a:ext uri="{FF2B5EF4-FFF2-40B4-BE49-F238E27FC236}">
                <a16:creationId xmlns:a16="http://schemas.microsoft.com/office/drawing/2014/main" id="{F395DB20-2FBB-4716-BB3B-870245084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3200"/>
            <a:ext cx="1124712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4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GRADIO + ML</a:t>
            </a:r>
            <a:endParaRPr sz="4400"/>
          </a:p>
        </p:txBody>
      </p:sp>
      <p:sp>
        <p:nvSpPr>
          <p:cNvPr id="6" name="Text 2">
            <a:extLst xmlns:a="http://schemas.openxmlformats.org/drawingml/2006/main">
              <a:ext uri="{FF2B5EF4-FFF2-40B4-BE49-F238E27FC236}">
                <a16:creationId xmlns:a16="http://schemas.microsoft.com/office/drawing/2014/main" id="{33C96ABA-DD0E-4159-9CD2-2668F3DB6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383280"/>
            <a:ext cx="1124712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4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SENTIMENT LAB</a:t>
            </a:r>
            <a:endParaRPr sz="4400"/>
          </a:p>
        </p:txBody>
      </p:sp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72092B81-0753-42FE-A8EC-65ED48340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14800"/>
            <a:ext cx="112471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Baseline Naive Bayes lokal; DistilBERT dan Space opsional</a:t>
            </a:r>
            <a:endParaRPr sz="2200"/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CA3B9C7D-DC8A-47DF-B0E2-6BFB38183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0"/>
            <a:ext cx="11247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Demo UI yang dapat diulang tanpa akun cloud</a:t>
            </a:r>
            <a:endParaRPr sz="1400"/>
          </a:p>
        </p:txBody>
      </p:sp>
      <p:sp>
        <p:nvSpPr>
          <p:cNvPr id="9" name="Shape 5">
            <a:extLst xmlns:a="http://schemas.openxmlformats.org/drawingml/2006/main">
              <a:ext uri="{FF2B5EF4-FFF2-40B4-BE49-F238E27FC236}">
                <a16:creationId xmlns:a16="http://schemas.microsoft.com/office/drawing/2014/main" id="{E3CB6E57-5644-4AC7-B135-4734F0A74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0292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8F275C3B-642A-4524-9CAF-CB55C7026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16636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 spc="300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PERTEMUAN 9  |  HF SPACES + GRADIO</a:t>
            </a:r>
            <a:endParaRPr sz="1200"/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A341571A-B7AB-4A71-B71F-6D8500852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4360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Budi Juarto, S.T., M.Kom.</a:t>
            </a:r>
            <a:endParaRPr sz="13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7D832470-B678-48BB-9AA4-355FC4D18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1792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i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Departemen Informatika  -  BINUS @Bandung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397945138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C961723-C39F-43A7-9F21-FC2D03575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9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6686CA7-DC67-4926-9C79-8140F5328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440A7E0-052E-4107-B56A-980E42A56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013f5c59e240d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4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eb3e8d6554465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71AB99DE-1CF9-4D39-9FDD-77971DF72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23617C71-7612-40CB-AD30-CC18C0B9F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Alur praktik Lab 09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69E56AD8-4ECE-4124-AD1F-E033B5A63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Latih model kecil dari TSV, uji UI nyata, dan jelaskan batas probabilitas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D675194A-474D-43FD-825E-C988F8A2E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61BB84AE-7C08-4BBD-AF56-41555A23C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 INTI</a:t>
            </a:r>
          </a:p>
          <a:p xmlns:a="http://schemas.openxmlformats.org/drawingml/2006/main">
            <a:pPr marL="0" indent="0">
              <a:buNone/>
            </a:pPr>
            <a:endParaRPr sz="1100" b="1" spc="300">
              <a:solidFill>
                <a:srgbClr val="F3702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Kode yang tersedia</a:t>
            </a:r>
            <a:endParaRPr sz="1100"/>
          </a:p>
        </p:txBody>
      </p:sp>
      <p:pic>
        <p:nvPicPr>
          <p:cNvPr id="50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7455a2f58b470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BCBD668A-92F0-4366-A9F4-895EB1650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6060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Buat venv dan install Gradio</a:t>
            </a:r>
            <a:endParaRPr sz="1600"/>
          </a:p>
        </p:txBody>
      </p:sp>
      <p:pic>
        <p:nvPicPr>
          <p:cNvPr id="52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51d0fc04d74ca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004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710EB49E-F36C-4A92-A55C-76E6F3552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1089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Latih baseline dari training.tsv</a:t>
            </a:r>
            <a:endParaRPr sz="1600"/>
          </a:p>
        </p:txBody>
      </p:sp>
      <p:pic>
        <p:nvPicPr>
          <p:cNvPr id="54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3534f01cf34bb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70332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81075E4D-C73D-487C-ADB3-C13505A32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61188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Buka web lokal port 7860</a:t>
            </a:r>
            <a:endParaRPr sz="1600"/>
          </a:p>
        </p:txBody>
      </p:sp>
      <p:pic>
        <p:nvPicPr>
          <p:cNvPr id="56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ac6f55c6bb4be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20624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3E95022A-D30E-459B-B6AD-BAE0C675B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11480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Bandingkan teks positif/negatif</a:t>
            </a:r>
            <a:endParaRPr sz="1600"/>
          </a:p>
        </p:txBody>
      </p:sp>
      <p:pic>
        <p:nvPicPr>
          <p:cNvPr id="58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cdd5c76fb948e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70916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2DFEABD8-2A52-451D-A861-E0676E747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61772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Ubah ambang keputusan</a:t>
            </a:r>
            <a:endParaRPr sz="1600"/>
          </a:p>
        </p:txBody>
      </p:sp>
      <p:pic>
        <p:nvPicPr>
          <p:cNvPr id="60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e25f8f16084d8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2120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7F2AE965-A28E-410A-BF60-D2DA641A6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1206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Uji input kosong dan token</a:t>
            </a:r>
            <a:endParaRPr sz="1600"/>
          </a:p>
        </p:txBody>
      </p:sp>
      <p:pic>
        <p:nvPicPr>
          <p:cNvPr id="62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1302c768b749d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7150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5" name="Text 14">
            <a:extLst xmlns:a="http://schemas.openxmlformats.org/drawingml/2006/main">
              <a:ext uri="{FF2B5EF4-FFF2-40B4-BE49-F238E27FC236}">
                <a16:creationId xmlns:a16="http://schemas.microsoft.com/office/drawing/2014/main" id="{90F79CD5-12D9-43D7-BB1D-922AC1F98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6235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Space/DistilBERT bila tersedia</a:t>
            </a:r>
            <a:endParaRPr sz="1600"/>
          </a:p>
        </p:txBody>
      </p:sp>
      <p:sp>
        <p:nvSpPr>
          <p:cNvPr id="26" name="Shape 15">
            <a:extLst xmlns:a="http://schemas.openxmlformats.org/drawingml/2006/main">
              <a:ext uri="{FF2B5EF4-FFF2-40B4-BE49-F238E27FC236}">
                <a16:creationId xmlns:a16="http://schemas.microsoft.com/office/drawing/2014/main" id="{F84D3839-FC3D-4CBC-B52E-C87E51DDF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16">
            <a:extLst xmlns:a="http://schemas.openxmlformats.org/drawingml/2006/main">
              <a:ext uri="{FF2B5EF4-FFF2-40B4-BE49-F238E27FC236}">
                <a16:creationId xmlns:a16="http://schemas.microsoft.com/office/drawing/2014/main" id="{9F05ADC2-CCF7-43AC-88F4-D1608DCB3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YANG DIKUMPULKAN</a:t>
            </a:r>
          </a:p>
          <a:p xmlns:a="http://schemas.openxmlformats.org/drawingml/2006/main">
            <a:pPr marL="0" indent="0">
              <a:buNone/>
            </a:pPr>
            <a:endParaRPr sz="1100" b="1" spc="300">
              <a:solidFill>
                <a:srgbClr val="F3702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Hasil mesin sendiri</a:t>
            </a:r>
            <a:endParaRPr sz="1100"/>
          </a:p>
        </p:txBody>
      </p:sp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7E63DC43-7983-416E-B299-C4C16CC64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7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1. Bukti training dan UI Gradio</a:t>
            </a:r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7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2. Positif, negatif, input kosong</a:t>
            </a:r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7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3. Pengaruh ambang dan token</a:t>
            </a:r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7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4. Source Git tanpa token/cache</a:t>
            </a:r>
            <a:endParaRPr sz="1700"/>
          </a:p>
        </p:txBody>
      </p:sp>
      <p:sp>
        <p:nvSpPr>
          <p:cNvPr id="29" name="Shape 18">
            <a:extLst xmlns:a="http://schemas.openxmlformats.org/drawingml/2006/main">
              <a:ext uri="{FF2B5EF4-FFF2-40B4-BE49-F238E27FC236}">
                <a16:creationId xmlns:a16="http://schemas.microsoft.com/office/drawing/2014/main" id="{22AB78DD-7A04-4C77-AD19-D4BAE52D7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19">
            <a:extLst xmlns:a="http://schemas.openxmlformats.org/drawingml/2006/main">
              <a:ext uri="{FF2B5EF4-FFF2-40B4-BE49-F238E27FC236}">
                <a16:creationId xmlns:a16="http://schemas.microsoft.com/office/drawing/2014/main" id="{177DE92C-C6F9-457C-8D4A-E6EEDAB1E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Ikuti modul mahasiswa untuk perintah lengkap</a:t>
            </a:r>
            <a:endParaRPr sz="1600"/>
          </a:p>
        </p:txBody>
      </p:sp>
    </p:spTree>
    <p:extLst>
      <p:ext uri="{BB962C8B-B14F-4D97-AF65-F5344CB8AC3E}">
        <p14:creationId xmlns:p14="http://schemas.microsoft.com/office/powerpoint/2010/main" val="113662946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13CA0E8-BD3C-4B77-A362-5BB3C026E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9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D33F754-2DF1-440B-BF5B-F9EEB4A42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EE0F2E16-8FC0-42CD-AA36-90B973871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f3c0a5b50c449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76b94fc77b4c4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59BB35C5-A7A0-4E15-A398-8EA043570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C23F9ACF-A0B8-4B73-BEAF-65FEA8D61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1 | Siapkan Python dan latih baseline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0E7B68BB-0E8F-44B1-AD7C-738CB5298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Dari root repo Lab 09; tidak perlu Docker atau cloud account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978AB542-6886-4C45-AD1A-0F0FF13E5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F3486B06-1913-4E8F-8D6D-5CC310564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F75729D1-8074-4688-A12B-657077144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4D9FB037-AD92-4BC5-9A37-1E321E4F2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11CD357B-578A-4CEF-973B-C506DEF3A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B0CFCEA9-E015-44A4-9A66-0C5562839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PowerShell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3745EB0B-3857-4878-A27C-F024329AB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Aft>
                <a:spcPts val="200"/>
              </a:spcAft>
              <a:buNone/>
              <a:defRPr sz="1050">
                <a:solidFill>
                  <a:srgbClr val="DDEAF7"/>
                </a:solidFill>
                <a:latin typeface="Consolas"/>
                <a:ea typeface="Consolas"/>
                <a:cs typeface="Consolas"/>
              </a:defRPr>
            </a:pPr>
            <a:r>
              <a:rPr sz="15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python --version
python -m venv .venv
.\.venv\Scripts\python -m pip install `
  -r requirements.txt
.\.venv\Scripts\python core.py</a:t>
            </a:r>
            <a:endParaRPr sz="150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BE1C12C1-5EF2-409F-A328-47830E30D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AC9362A5-765D-4427-A783-0EA8C7DDB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5772F27A-5484-4A6C-B440-BA5A37ACF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32FA81DE-CAE2-4517-8221-8A3357F3F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3EC68879-B1A3-47E4-A146-53C188AF6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A767BE49-3CCC-47D6-A3A8-62DC34BE6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Apa yang dilakukan core.py?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2B7C91AB-2AC1-4178-A76B-91F132073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Aft>
                <a:spcPts val="200"/>
              </a:spcAft>
              <a:buNone/>
              <a:defRPr sz="1050">
                <a:solidFill>
                  <a:srgbClr val="DDEAF7"/>
                </a:solidFill>
                <a:latin typeface="Consolas"/>
                <a:ea typeface="Consolas"/>
                <a:cs typeface="Consolas"/>
              </a:defRPr>
            </a:pPr>
            <a:r>
              <a:rPr sz="1600">
                <a:solidFill>
                  <a:srgbClr val="FFFFFF"/>
                </a:solidFill>
                <a:latin typeface="Aptos"/>
                <a:ea typeface="Aptos"/>
                <a:cs typeface="Aptos"/>
              </a:rPr>
              <a:t>load_training membaca training.tsv.
Token diubah ke huruf kecil.
NaiveBayes menghitung kata per label.
Laplace smoothing mencegah peluang 0.
Sanity check: positif dan negatif.
24 sampel kecil hanya untuk kelas.</a:t>
            </a:r>
            <a:endParaRPr sz="16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50054224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AC960A9-602C-4D55-AA17-A15286FA1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9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513AED4-2391-47D0-9206-360588FA1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4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0F9DE12-2E19-4B8E-B6B5-229506FE5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e4bc56a8aa491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aed870ae4c464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B6AD358F-20C5-4F56-A575-6AF86DBE3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44FF1BE9-F166-485A-9C24-CA72E1679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1 | Baseline siap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E9D83C3F-92FF-40F8-8BF2-3617BA4D6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Sanity check dari core.py dan contoh data training.tsv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39AD2CC0-61EE-42D9-84B2-3CF9D3891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1DEACE7B-1739-4C81-BED9-41CCEFF63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34c87a2ddf49b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B993A3C2-6EAF-49D8-8850-74D4957F6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6060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Perintah: python core.py.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3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5b32e0706d430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004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9F558DEE-51B4-41EE-AF8A-83EE74801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1089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Fungsi: cek baseline dari training.tsv.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5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d63acbe02647a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70332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CCBD09FF-8377-4C55-913D-4518EEC3F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61188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Cara kerja: Bayes hitung peluang dua kelas.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7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8239e8f1a548e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20624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4197262A-344D-4D9E-8886-0F68EE0A9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11480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Output sanity check harus lulus.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9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fff752c66d4ba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70916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4BCCC600-E174-44E9-BA7E-E3D863EF3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61772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Tidak mengunduh checkpoint besar.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1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b9ba783da2468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2120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51C282E5-98A2-492C-A0FB-858F4827F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1206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Data kecil rentan bias dan overfit.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3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e4ea45c2254ba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7150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5" name="Text 14">
            <a:extLst xmlns:a="http://schemas.openxmlformats.org/drawingml/2006/main">
              <a:ext uri="{FF2B5EF4-FFF2-40B4-BE49-F238E27FC236}">
                <a16:creationId xmlns:a16="http://schemas.microsoft.com/office/drawing/2014/main" id="{B177279E-DD89-4D39-980E-854DCABC1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6235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Lanjut ke app.py untuk UI.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6" name="Shape 15">
            <a:extLst xmlns:a="http://schemas.openxmlformats.org/drawingml/2006/main">
              <a:ext uri="{FF2B5EF4-FFF2-40B4-BE49-F238E27FC236}">
                <a16:creationId xmlns:a16="http://schemas.microsoft.com/office/drawing/2014/main" id="{C7B4490A-FFF5-41D3-9C52-A0C33420C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16">
            <a:extLst xmlns:a="http://schemas.openxmlformats.org/drawingml/2006/main">
              <a:ext uri="{FF2B5EF4-FFF2-40B4-BE49-F238E27FC236}">
                <a16:creationId xmlns:a16="http://schemas.microsoft.com/office/drawing/2014/main" id="{20AA4EB3-BFF5-4F16-A7A7-B59505236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A510FF9F-C5D6-4E2D-85B2-09BE82393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 xmlns:a="http://schemas.openxmlformats.org/drawingml/2006/main">
              <a:ext uri="{FF2B5EF4-FFF2-40B4-BE49-F238E27FC236}">
                <a16:creationId xmlns:a16="http://schemas.microsoft.com/office/drawing/2014/main" id="{AC58595B-EA01-4E90-92F0-726DDB18D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19">
            <a:extLst xmlns:a="http://schemas.openxmlformats.org/drawingml/2006/main">
              <a:ext uri="{FF2B5EF4-FFF2-40B4-BE49-F238E27FC236}">
                <a16:creationId xmlns:a16="http://schemas.microsoft.com/office/drawing/2014/main" id="{1DD7F142-14F2-4CB5-A97B-19F12807B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i="1">
                <a:solidFill>
                  <a:srgbClr val="FFFFFF"/>
                </a:solidFill>
                <a:latin typeface="Aptos"/>
                <a:ea typeface="Aptos"/>
                <a:cs typeface="Aptos"/>
              </a:rPr>
              <a:t>Baseline terlatih; sanity check lulus.</a:t>
            </a:r>
            <a:endParaRPr sz="15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70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fb7faa8c66492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19088" y="2069447"/>
            <a:ext cx="5084064" cy="306657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122113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13CA0E8-BD3C-4B77-A362-5BB3C026E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9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D33F754-2DF1-440B-BF5B-F9EEB4A42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5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EE0F2E16-8FC0-42CD-AA36-90B973871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45ea224ca94ef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f0b7865f214f1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59BB35C5-A7A0-4E15-A398-8EA043570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C23F9ACF-A0B8-4B73-BEAF-65FEA8D61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2 | Jalankan web Gradio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0E7B68BB-0E8F-44B1-AD7C-738CB5298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Satu file app.py menghubungkan model, komponen, dan event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978AB542-6886-4C45-AD1A-0F0FF13E5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F3486B06-1913-4E8F-8D6D-5CC310564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F75729D1-8074-4688-A12B-657077144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4D9FB037-AD92-4BC5-9A37-1E321E4F2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11CD357B-578A-4CEF-973B-C506DEF3A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B0CFCEA9-E015-44A4-9A66-0C5562839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PowerShell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3745EB0B-3857-4878-A27C-F024329AB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Aft>
                <a:spcPts val="200"/>
              </a:spcAft>
              <a:buNone/>
              <a:defRPr sz="1050">
                <a:solidFill>
                  <a:srgbClr val="DDEAF7"/>
                </a:solidFill>
                <a:latin typeface="Consolas"/>
                <a:ea typeface="Consolas"/>
                <a:cs typeface="Consolas"/>
              </a:defRPr>
            </a:pPr>
            <a:r>
              <a:rPr sz="15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.\.venv\Scripts\python app.py
# Buka http://127.0.0.1:7860
# Masukkan teks dan tekan Analisis.</a:t>
            </a:r>
            <a:endParaRPr sz="150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BE1C12C1-5EF2-409F-A328-47830E30D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AC9362A5-765D-4427-A783-0EA8C7DDB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5772F27A-5484-4A6C-B440-BA5A37ACF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32FA81DE-CAE2-4517-8221-8A3357F3F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3EC68879-B1A3-47E4-A146-53C188AF6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A767BE49-3CCC-47D6-A3A8-62DC34BE6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Komponen pada app.py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2B7C91AB-2AC1-4178-A76B-91F132073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Aft>
                <a:spcPts val="200"/>
              </a:spcAft>
              <a:buNone/>
              <a:defRPr sz="1050">
                <a:solidFill>
                  <a:srgbClr val="DDEAF7"/>
                </a:solidFill>
                <a:latin typeface="Consolas"/>
                <a:ea typeface="Consolas"/>
                <a:cs typeface="Consolas"/>
              </a:defRPr>
            </a:pPr>
            <a:r>
              <a:rPr sz="1600">
                <a:solidFill>
                  <a:srgbClr val="FFFFFF"/>
                </a:solidFill>
                <a:latin typeface="Aptos"/>
                <a:ea typeface="Aptos"/>
                <a:cs typeface="Aptos"/>
              </a:rPr>
              <a:t>Textbox menerima kalimat.
Radio memilih baseline/DistilBERT.
Slider mengatur ambang positive.
Label menampilkan dua probabilitas.
JSON memberi detail keputusan.
Dataframe menjelaskan token baseline.</a:t>
            </a:r>
            <a:endParaRPr sz="16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7762391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AC960A9-602C-4D55-AA17-A15286FA1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9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513AED4-2391-47D0-9206-360588FA1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6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0F9DE12-2E19-4B8E-B6B5-229506FE5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fa6f7895be408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87ab2dd9994f9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B6AD358F-20C5-4F56-A575-6AF86DBE3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44FF1BE9-F166-485A-9C24-CA72E1679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2 | UI Gradio lokal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E9D83C3F-92FF-40F8-8BF2-3617BA4D6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Browser aktual pada 127.0.0.1:7860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39AD2CC0-61EE-42D9-84B2-3CF9D3891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1DEACE7B-1739-4C81-BED9-41CCEFF63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77e5a890164e2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B993A3C2-6EAF-49D8-8850-74D4957F6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6060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Perintah: python app.py.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3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ef0938cdfc4f8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004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9F558DEE-51B4-41EE-AF8A-83EE74801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1089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Fungsi: buka web Gradio di port 7860.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5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8b8830d5da4fd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70332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CCBD09FF-8377-4C55-913D-4518EEC3F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61188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Cara kerja: Blocks merender form/hasil.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7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5ee416ef264d9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20624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4197262A-344D-4D9E-8886-0F68EE0A9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11480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Examples mengisi contoh cepat.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9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2332a429434f2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70916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4BCCC600-E174-44E9-BA7E-E3D863EF3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61772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Klik Analisis memanggil analyze().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1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2ba8818940444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2120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51C282E5-98A2-492C-A0FB-858F4827F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1206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Output awal kosong sebelum analisis.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3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ffdadb0a754ce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7150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5" name="Text 14">
            <a:extLst xmlns:a="http://schemas.openxmlformats.org/drawingml/2006/main">
              <a:ext uri="{FF2B5EF4-FFF2-40B4-BE49-F238E27FC236}">
                <a16:creationId xmlns:a16="http://schemas.microsoft.com/office/drawing/2014/main" id="{B177279E-DD89-4D39-980E-854DCABC1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6235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Port 7860 hanya di host lokal.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6" name="Shape 15">
            <a:extLst xmlns:a="http://schemas.openxmlformats.org/drawingml/2006/main">
              <a:ext uri="{FF2B5EF4-FFF2-40B4-BE49-F238E27FC236}">
                <a16:creationId xmlns:a16="http://schemas.microsoft.com/office/drawing/2014/main" id="{C7B4490A-FFF5-41D3-9C52-A0C33420C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16">
            <a:extLst xmlns:a="http://schemas.openxmlformats.org/drawingml/2006/main">
              <a:ext uri="{FF2B5EF4-FFF2-40B4-BE49-F238E27FC236}">
                <a16:creationId xmlns:a16="http://schemas.microsoft.com/office/drawing/2014/main" id="{20AA4EB3-BFF5-4F16-A7A7-B59505236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A510FF9F-C5D6-4E2D-85B2-09BE82393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 xmlns:a="http://schemas.openxmlformats.org/drawingml/2006/main">
              <a:ext uri="{FF2B5EF4-FFF2-40B4-BE49-F238E27FC236}">
                <a16:creationId xmlns:a16="http://schemas.microsoft.com/office/drawing/2014/main" id="{AC58595B-EA01-4E90-92F0-726DDB18D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19">
            <a:extLst xmlns:a="http://schemas.openxmlformats.org/drawingml/2006/main">
              <a:ext uri="{FF2B5EF4-FFF2-40B4-BE49-F238E27FC236}">
                <a16:creationId xmlns:a16="http://schemas.microsoft.com/office/drawing/2014/main" id="{1DD7F142-14F2-4CB5-A97B-19F12807B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i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Textbox, Radio, Slider, dan Button terlihat.</a:t>
            </a:r>
            <a:endParaRPr sz="15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70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7ac0c8f06142b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90422" y="2057400"/>
            <a:ext cx="4541396" cy="309067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748093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13CA0E8-BD3C-4B77-A362-5BB3C026E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9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D33F754-2DF1-440B-BF5B-F9EEB4A42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7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EE0F2E16-8FC0-42CD-AA36-90B973871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9b7e7c2af540b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35507e934344c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59BB35C5-A7A0-4E15-A398-8EA043570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C23F9ACF-A0B8-4B73-BEAF-65FEA8D61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3 | Uji positif dan negatif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0E7B68BB-0E8F-44B1-AD7C-738CB5298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Probabilitas model dipisah dari keputusan bisnis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978AB542-6886-4C45-AD1A-0F0FF13E5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F3486B06-1913-4E8F-8D6D-5CC310564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F75729D1-8074-4688-A12B-657077144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4D9FB037-AD92-4BC5-9A37-1E321E4F2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11CD357B-578A-4CEF-973B-C506DEF3A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B0CFCEA9-E015-44A4-9A66-0C5562839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Dua input uji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3745EB0B-3857-4878-A27C-F024329AB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Aft>
                <a:spcPts val="200"/>
              </a:spcAft>
              <a:buNone/>
              <a:defRPr sz="1050">
                <a:solidFill>
                  <a:srgbClr val="DDEAF7"/>
                </a:solidFill>
                <a:latin typeface="Consolas"/>
                <a:ea typeface="Consolas"/>
                <a:cs typeface="Consolas"/>
              </a:defRPr>
            </a:pPr>
            <a:r>
              <a:rPr sz="15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"layanan ini cepat dan membantu"
"aplikasi sering gagal dibuka"
# Pilih Baseline lokal; ambang 0.5.
# Tekan Analisis untuk tiap input.</a:t>
            </a:r>
            <a:endParaRPr sz="150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BE1C12C1-5EF2-409F-A328-47830E30D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AC9362A5-765D-4427-A783-0EA8C7DDB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5772F27A-5484-4A6C-B440-BA5A37ACF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32FA81DE-CAE2-4517-8221-8A3357F3F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3EC68879-B1A3-47E4-A146-53C188AF6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A767BE49-3CCC-47D6-A3A8-62DC34BE6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Kunci perhitungan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2B7C91AB-2AC1-4178-A76B-91F132073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Aft>
                <a:spcPts val="200"/>
              </a:spcAft>
              <a:buNone/>
              <a:defRPr sz="1050">
                <a:solidFill>
                  <a:srgbClr val="DDEAF7"/>
                </a:solidFill>
                <a:latin typeface="Consolas"/>
                <a:ea typeface="Consolas"/>
                <a:cs typeface="Consolas"/>
              </a:defRPr>
            </a:pPr>
            <a:r>
              <a:rPr sz="1600">
                <a:solidFill>
                  <a:srgbClr val="FFFFFF"/>
                </a:solidFill>
                <a:latin typeface="Aptos"/>
                <a:ea typeface="Aptos"/>
                <a:cs typeface="Aptos"/>
              </a:rPr>
              <a:t>predict_proba menghasilkan dua skor.
decide(p_positive, threshold)
→ positive jika p &gt;= threshold.
Tabel token berisi frekuensi per kelas.
Angka 0.90 adalah skor model demo,
bukan kepastian sentimen sebenarnya.</a:t>
            </a:r>
            <a:endParaRPr sz="16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373413113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AC960A9-602C-4D55-AA17-A15286FA1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9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513AED4-2391-47D0-9206-360588FA1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8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0F9DE12-2E19-4B8E-B6B5-229506FE5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469e0927e0444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f32c04cc23469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B6AD358F-20C5-4F56-A575-6AF86DBE3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44FF1BE9-F166-485A-9C24-CA72E1679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3 | Prediksi positif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E9D83C3F-92FF-40F8-8BF2-3617BA4D6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Contoh hasil untuk “layanan ini cepat dan membantu”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39AD2CC0-61EE-42D9-84B2-3CF9D3891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1DEACE7B-1739-4C81-BED9-41CCEFF63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9e5e5ed59044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B993A3C2-6EAF-49D8-8850-74D4957F6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6060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Aksi: masukkan teks positif; klik Analisis.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3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96794ba36943f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004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9F558DEE-51B4-41EE-AF8A-83EE74801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1089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Fungsi: uji prediksi baseline.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5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4d46a1e719458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70332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CCBD09FF-8377-4C55-913D-4518EEC3F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61188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Cara kerja: token diberi skor Naive Bayes.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7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94132f5b30452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20624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4197262A-344D-4D9E-8886-0F68EE0A9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11480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Tabel menunjukkan token input.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9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7696ed69c24bf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70916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4BCCC600-E174-44E9-BA7E-E3D863EF3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61772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Kata cepat/membantu membantu kelas +.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1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65cdcf0e7b4f6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2120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51C282E5-98A2-492C-A0FB-858F4827F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1206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Baca juga 24 sampel training.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3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9697caa7ff4b3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7150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5" name="Text 14">
            <a:extLst xmlns:a="http://schemas.openxmlformats.org/drawingml/2006/main">
              <a:ext uri="{FF2B5EF4-FFF2-40B4-BE49-F238E27FC236}">
                <a16:creationId xmlns:a16="http://schemas.microsoft.com/office/drawing/2014/main" id="{B177279E-DD89-4D39-980E-854DCABC1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6235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Catat hasil milik mesin sendiri.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6" name="Shape 15">
            <a:extLst xmlns:a="http://schemas.openxmlformats.org/drawingml/2006/main">
              <a:ext uri="{FF2B5EF4-FFF2-40B4-BE49-F238E27FC236}">
                <a16:creationId xmlns:a16="http://schemas.microsoft.com/office/drawing/2014/main" id="{C7B4490A-FFF5-41D3-9C52-A0C33420C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16">
            <a:extLst xmlns:a="http://schemas.openxmlformats.org/drawingml/2006/main">
              <a:ext uri="{FF2B5EF4-FFF2-40B4-BE49-F238E27FC236}">
                <a16:creationId xmlns:a16="http://schemas.microsoft.com/office/drawing/2014/main" id="{20AA4EB3-BFF5-4F16-A7A7-B59505236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A510FF9F-C5D6-4E2D-85B2-09BE82393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 xmlns:a="http://schemas.openxmlformats.org/drawingml/2006/main">
              <a:ext uri="{FF2B5EF4-FFF2-40B4-BE49-F238E27FC236}">
                <a16:creationId xmlns:a16="http://schemas.microsoft.com/office/drawing/2014/main" id="{AC58595B-EA01-4E90-92F0-726DDB18D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19">
            <a:extLst xmlns:a="http://schemas.openxmlformats.org/drawingml/2006/main">
              <a:ext uri="{FF2B5EF4-FFF2-40B4-BE49-F238E27FC236}">
                <a16:creationId xmlns:a16="http://schemas.microsoft.com/office/drawing/2014/main" id="{1DD7F142-14F2-4CB5-A97B-19F12807B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i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Input positif menghasilkan label positive.</a:t>
            </a:r>
            <a:endParaRPr sz="15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70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1ed83b0be2454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00611" y="2057400"/>
            <a:ext cx="3521019" cy="309067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142141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AC960A9-602C-4D55-AA17-A15286FA1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9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513AED4-2391-47D0-9206-360588FA1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9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0F9DE12-2E19-4B8E-B6B5-229506FE5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a9f19e086d433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44c25c0ab4468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B6AD358F-20C5-4F56-A575-6AF86DBE3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44FF1BE9-F166-485A-9C24-CA72E1679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4 | Prediksi negatif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E9D83C3F-92FF-40F8-8BF2-3617BA4D6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Bandingkan teks negatif pada model yang sama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39AD2CC0-61EE-42D9-84B2-3CF9D3891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1DEACE7B-1739-4C81-BED9-41CCEFF63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479db294e340f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B993A3C2-6EAF-49D8-8850-74D4957F6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6060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Aksi: masukkan teks negatif; klik Analisis.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3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3a58458bf14c7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004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9F558DEE-51B4-41EE-AF8A-83EE74801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1089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Fungsi: uji label negative.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5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5ad5628543481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70332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CCBD09FF-8377-4C55-913D-4518EEC3F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61188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Cara kerja: token gagal naikkan skor negatif.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7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169ca397b2438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20624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4197262A-344D-4D9E-8886-0F68EE0A9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11480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Kata gagal membantu kelas negatif.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9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2711f010b2405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70916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4BCCC600-E174-44E9-BA7E-E3D863EF3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61772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Prediksi bergantung data TSV.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1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1ed4ff28504b9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2120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51C282E5-98A2-492C-A0FB-858F4827F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1206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Coba variasi kalimat pekerjaan nyata.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3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16592317a74a6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7150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5" name="Text 14">
            <a:extLst xmlns:a="http://schemas.openxmlformats.org/drawingml/2006/main">
              <a:ext uri="{FF2B5EF4-FFF2-40B4-BE49-F238E27FC236}">
                <a16:creationId xmlns:a16="http://schemas.microsoft.com/office/drawing/2014/main" id="{B177279E-DD89-4D39-980E-854DCABC1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6235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Jangan jadikan baseline keputusan final.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6" name="Shape 15">
            <a:extLst xmlns:a="http://schemas.openxmlformats.org/drawingml/2006/main">
              <a:ext uri="{FF2B5EF4-FFF2-40B4-BE49-F238E27FC236}">
                <a16:creationId xmlns:a16="http://schemas.microsoft.com/office/drawing/2014/main" id="{C7B4490A-FFF5-41D3-9C52-A0C33420C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16">
            <a:extLst xmlns:a="http://schemas.openxmlformats.org/drawingml/2006/main">
              <a:ext uri="{FF2B5EF4-FFF2-40B4-BE49-F238E27FC236}">
                <a16:creationId xmlns:a16="http://schemas.microsoft.com/office/drawing/2014/main" id="{20AA4EB3-BFF5-4F16-A7A7-B59505236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A510FF9F-C5D6-4E2D-85B2-09BE82393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 xmlns:a="http://schemas.openxmlformats.org/drawingml/2006/main">
              <a:ext uri="{FF2B5EF4-FFF2-40B4-BE49-F238E27FC236}">
                <a16:creationId xmlns:a16="http://schemas.microsoft.com/office/drawing/2014/main" id="{AC58595B-EA01-4E90-92F0-726DDB18D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19">
            <a:extLst xmlns:a="http://schemas.openxmlformats.org/drawingml/2006/main">
              <a:ext uri="{FF2B5EF4-FFF2-40B4-BE49-F238E27FC236}">
                <a16:creationId xmlns:a16="http://schemas.microsoft.com/office/drawing/2014/main" id="{1DD7F142-14F2-4CB5-A97B-19F12807B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i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Input negatif menghasilkan label negative.</a:t>
            </a:r>
            <a:endParaRPr sz="15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70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d8fbf10e9f462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135620" y="2057400"/>
            <a:ext cx="3650999" cy="309067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89161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13CA0E8-BD3C-4B77-A362-5BB3C026E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9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D33F754-2DF1-440B-BF5B-F9EEB4A42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10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EE0F2E16-8FC0-42CD-AA36-90B973871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7ec49b00a3494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e23c6148984dd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59BB35C5-A7A0-4E15-A398-8EA043570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C23F9ACF-A0B8-4B73-BEAF-65FEA8D61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4 | Kunci challenge ambang dan kosong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0E7B68BB-0E8F-44B1-AD7C-738CB5298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Pisahkan probabilitas dari keputusan; validasi UI sebelum model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978AB542-6886-4C45-AD1A-0F0FF13E5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F3486B06-1913-4E8F-8D6D-5CC310564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F75729D1-8074-4688-A12B-657077144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4D9FB037-AD92-4BC5-9A37-1E321E4F2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11CD357B-578A-4CEF-973B-C506DEF3A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B0CFCEA9-E015-44A4-9A66-0C5562839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Ubah ambang di web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3745EB0B-3857-4878-A27C-F024329AB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Aft>
                <a:spcPts val="200"/>
              </a:spcAft>
              <a:buNone/>
              <a:defRPr sz="1050">
                <a:solidFill>
                  <a:srgbClr val="DDEAF7"/>
                </a:solidFill>
                <a:latin typeface="Consolas"/>
                <a:ea typeface="Consolas"/>
                <a:cs typeface="Consolas"/>
              </a:defRPr>
            </a:pPr>
            <a:r>
              <a:rPr sz="15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# Masukkan teks positif yang sama.
# Geser ambang dari 0.5 ke 0.9.
# Analisis ulang; amati decision.
# Kosongkan teks; klik Analisis.</a:t>
            </a:r>
            <a:endParaRPr sz="150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BE1C12C1-5EF2-409F-A328-47830E30D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AC9362A5-765D-4427-A783-0EA8C7DDB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5772F27A-5484-4A6C-B440-BA5A37ACF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32FA81DE-CAE2-4517-8221-8A3357F3F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3EC68879-B1A3-47E4-A146-53C188AF6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A767BE49-3CCC-47D6-A3A8-62DC34BE6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Kode inti dalam app.py/core.py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2B7C91AB-2AC1-4178-A76B-91F132073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Aft>
                <a:spcPts val="200"/>
              </a:spcAft>
              <a:buNone/>
              <a:defRPr sz="1050">
                <a:solidFill>
                  <a:srgbClr val="DDEAF7"/>
                </a:solidFill>
                <a:latin typeface="Consolas"/>
                <a:ea typeface="Consolas"/>
                <a:cs typeface="Consolas"/>
              </a:defRPr>
            </a:pPr>
            <a:r>
              <a:rPr sz="1400">
                <a:solidFill>
                  <a:srgbClr val="FFFFFF"/>
                </a:solidFill>
                <a:latin typeface="Aptos"/>
                <a:ea typeface="Aptos"/>
                <a:cs typeface="Aptos"/>
              </a:rPr>
              <a:t>if not text.strip():
    return {}, {"error":
      "Masukkan teks terlebih dahulu."}, []
def decide(p, threshold):
    if p &gt;= threshold:
        return "positive"
    return "negative"
Ambang dapat ubah keputusan tanpa retrain.</a:t>
            </a:r>
            <a:endParaRPr sz="14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61473188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AC960A9-602C-4D55-AA17-A15286FA1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9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513AED4-2391-47D0-9206-360588FA1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11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0F9DE12-2E19-4B8E-B6B5-229506FE5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1bfa562a2c4cb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4c4293d183459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B6AD358F-20C5-4F56-A575-6AF86DBE3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44FF1BE9-F166-485A-9C24-CA72E1679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5 | Ambang mengubah keputusan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E9D83C3F-92FF-40F8-8BF2-3617BA4D6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Teks sama, skor sama, aturan klasifikasi berubah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39AD2CC0-61EE-42D9-84B2-3CF9D3891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1DEACE7B-1739-4C81-BED9-41CCEFF63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5d74009fd1486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B993A3C2-6EAF-49D8-8850-74D4957F6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6060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Aksi: geser ambang 0.5 ke 0.9.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3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47d0dab6ec4f8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004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9F558DEE-51B4-41EE-AF8A-83EE74801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1089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Fungsi: uji aturan keputusan bisnis.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5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0ad221656b42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70332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CCBD09FF-8377-4C55-913D-4518EEC3F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61188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Cara kerja: skor sama; label dapat berubah.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7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8909d0332c41d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20624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4197262A-344D-4D9E-8886-0F68EE0A9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11480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Grafik Label tetap menampilkan skor teratas.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9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27e38e8da6401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70916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4BCCC600-E174-44E9-BA7E-E3D863EF3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61772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Field threshold merekam aturan baru.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1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b0f0f1b8244b3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2120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51C282E5-98A2-492C-A0FB-858F4827F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1206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Uji juga input kosong: pesan validasi.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3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cec8f873f9491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7150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5" name="Text 14">
            <a:extLst xmlns:a="http://schemas.openxmlformats.org/drawingml/2006/main">
              <a:ext uri="{FF2B5EF4-FFF2-40B4-BE49-F238E27FC236}">
                <a16:creationId xmlns:a16="http://schemas.microsoft.com/office/drawing/2014/main" id="{B177279E-DD89-4D39-980E-854DCABC1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6235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Bedakan skor model dari keputusan.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6" name="Shape 15">
            <a:extLst xmlns:a="http://schemas.openxmlformats.org/drawingml/2006/main">
              <a:ext uri="{FF2B5EF4-FFF2-40B4-BE49-F238E27FC236}">
                <a16:creationId xmlns:a16="http://schemas.microsoft.com/office/drawing/2014/main" id="{C7B4490A-FFF5-41D3-9C52-A0C33420C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16">
            <a:extLst xmlns:a="http://schemas.openxmlformats.org/drawingml/2006/main">
              <a:ext uri="{FF2B5EF4-FFF2-40B4-BE49-F238E27FC236}">
                <a16:creationId xmlns:a16="http://schemas.microsoft.com/office/drawing/2014/main" id="{20AA4EB3-BFF5-4F16-A7A7-B59505236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A510FF9F-C5D6-4E2D-85B2-09BE82393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 xmlns:a="http://schemas.openxmlformats.org/drawingml/2006/main">
              <a:ext uri="{FF2B5EF4-FFF2-40B4-BE49-F238E27FC236}">
                <a16:creationId xmlns:a16="http://schemas.microsoft.com/office/drawing/2014/main" id="{AC58595B-EA01-4E90-92F0-726DDB18D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19">
            <a:extLst xmlns:a="http://schemas.openxmlformats.org/drawingml/2006/main">
              <a:ext uri="{FF2B5EF4-FFF2-40B4-BE49-F238E27FC236}">
                <a16:creationId xmlns:a16="http://schemas.microsoft.com/office/drawing/2014/main" id="{1DD7F142-14F2-4CB5-A97B-19F12807B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i="1">
                <a:solidFill>
                  <a:srgbClr val="FFFFFF"/>
                </a:solidFill>
                <a:latin typeface="Aptos"/>
                <a:ea typeface="Aptos"/>
                <a:cs typeface="Aptos"/>
              </a:rPr>
              <a:t>JSON decision berubah walau grafik skor tetap positive.</a:t>
            </a:r>
            <a:endParaRPr sz="15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70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a313f0ad8b4f8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00611" y="2057400"/>
            <a:ext cx="3521019" cy="309067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880012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AC960A9-602C-4D55-AA17-A15286FA1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9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513AED4-2391-47D0-9206-360588FA1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12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0F9DE12-2E19-4B8E-B6B5-229506FE5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7516176fea4ee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406a67ea274ba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B6AD358F-20C5-4F56-A575-6AF86DBE3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44FF1BE9-F166-485A-9C24-CA72E1679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6 | Input kosong ditangani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E9D83C3F-92FF-40F8-8BF2-3617BA4D6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Form tetap responsif ketika teks tidak dapat dianalisis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39AD2CC0-61EE-42D9-84B2-3CF9D3891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1DEACE7B-1739-4C81-BED9-41CCEFF63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1f84be09d2485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B993A3C2-6EAF-49D8-8850-74D4957F6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6060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Aksi: hapus teks lalu klik Analisis.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3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c50ad057634f0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004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9F558DEE-51B4-41EE-AF8A-83EE74801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1089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Fungsi: uji validasi input kosong.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5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d2e6777c8948a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70332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CCBD09FF-8377-4C55-913D-4518EEC3F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61188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Cara kerja: analyze() tolak sebelum prediksi.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7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b9d1bcd9074b7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20624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4197262A-344D-4D9E-8886-0F68EE0A9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11480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Label kosong dan JSON berisi error.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9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5b7f1aacb04ea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70916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4BCCC600-E174-44E9-BA7E-E3D863EF3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61772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Server tidak crash.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1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f0a1b623b6447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2120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51C282E5-98A2-492C-A0FB-858F4827F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1206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Validasi ini bagian kontrak UI.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3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b5a8f6f8924e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7150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5" name="Text 14">
            <a:extLst xmlns:a="http://schemas.openxmlformats.org/drawingml/2006/main">
              <a:ext uri="{FF2B5EF4-FFF2-40B4-BE49-F238E27FC236}">
                <a16:creationId xmlns:a16="http://schemas.microsoft.com/office/drawing/2014/main" id="{B177279E-DD89-4D39-980E-854DCABC1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6235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Coba kembali teks yang sah.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6" name="Shape 15">
            <a:extLst xmlns:a="http://schemas.openxmlformats.org/drawingml/2006/main">
              <a:ext uri="{FF2B5EF4-FFF2-40B4-BE49-F238E27FC236}">
                <a16:creationId xmlns:a16="http://schemas.microsoft.com/office/drawing/2014/main" id="{C7B4490A-FFF5-41D3-9C52-A0C33420C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16">
            <a:extLst xmlns:a="http://schemas.openxmlformats.org/drawingml/2006/main">
              <a:ext uri="{FF2B5EF4-FFF2-40B4-BE49-F238E27FC236}">
                <a16:creationId xmlns:a16="http://schemas.microsoft.com/office/drawing/2014/main" id="{20AA4EB3-BFF5-4F16-A7A7-B59505236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A510FF9F-C5D6-4E2D-85B2-09BE82393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 xmlns:a="http://schemas.openxmlformats.org/drawingml/2006/main">
              <a:ext uri="{FF2B5EF4-FFF2-40B4-BE49-F238E27FC236}">
                <a16:creationId xmlns:a16="http://schemas.microsoft.com/office/drawing/2014/main" id="{AC58595B-EA01-4E90-92F0-726DDB18D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19">
            <a:extLst xmlns:a="http://schemas.openxmlformats.org/drawingml/2006/main">
              <a:ext uri="{FF2B5EF4-FFF2-40B4-BE49-F238E27FC236}">
                <a16:creationId xmlns:a16="http://schemas.microsoft.com/office/drawing/2014/main" id="{1DD7F142-14F2-4CB5-A97B-19F12807B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i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Pesan “Masukkan teks terlebih dahulu.” tampil.</a:t>
            </a:r>
            <a:endParaRPr sz="15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70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a45a328452488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915822" y="2057400"/>
            <a:ext cx="4090595" cy="309067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280628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13CA0E8-BD3C-4B77-A362-5BB3C026E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9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D33F754-2DF1-440B-BF5B-F9EEB4A42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13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EE0F2E16-8FC0-42CD-AA36-90B973871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7a915d60104a5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adf79ee5f04a8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59BB35C5-A7A0-4E15-A398-8EA043570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C23F9ACF-A0B8-4B73-BEAF-65FEA8D61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5 | Space, DistilBERT, dan Git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0E7B68BB-0E8F-44B1-AD7C-738CB5298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Dua perluasan membutuhkan akses/resource tambahan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978AB542-6886-4C45-AD1A-0F0FF13E5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F3486B06-1913-4E8F-8D6D-5CC310564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F75729D1-8074-4688-A12B-657077144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4D9FB037-AD92-4BC5-9A37-1E321E4F2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11CD357B-578A-4CEF-973B-C506DEF3A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B0CFCEA9-E015-44A4-9A66-0C5562839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Opsi model atau Space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3745EB0B-3857-4878-A27C-F024329AB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Aft>
                <a:spcPts val="200"/>
              </a:spcAft>
              <a:buNone/>
              <a:defRPr sz="1050">
                <a:solidFill>
                  <a:srgbClr val="DDEAF7"/>
                </a:solidFill>
                <a:latin typeface="Consolas"/>
                <a:ea typeface="Consolas"/>
                <a:cs typeface="Consolas"/>
              </a:defRPr>
            </a:pPr>
            <a:r>
              <a:rPr sz="15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.\.venv\Scripts\python -m pip install `
  -r requirements-transformer.txt
# Pilih DistilBERT English pada UI.
# Space: salin app.py, core.py,
# training.tsv, requirements.txt;
# SPACE_README.md → README.md.</a:t>
            </a:r>
            <a:endParaRPr sz="150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BE1C12C1-5EF2-409F-A328-47830E30D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AC9362A5-765D-4427-A783-0EA8C7DDB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5772F27A-5484-4A6C-B440-BA5A37ACF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32FA81DE-CAE2-4517-8221-8A3357F3F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3EC68879-B1A3-47E4-A146-53C188AF6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A767BE49-3CCC-47D6-A3A8-62DC34BE6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Git yang aman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2B7C91AB-2AC1-4178-A76B-91F132073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Aft>
                <a:spcPts val="200"/>
              </a:spcAft>
              <a:buNone/>
              <a:defRPr sz="1050">
                <a:solidFill>
                  <a:srgbClr val="DDEAF7"/>
                </a:solidFill>
                <a:latin typeface="Consolas"/>
                <a:ea typeface="Consolas"/>
                <a:cs typeface="Consolas"/>
              </a:defRPr>
            </a:pPr>
            <a:r>
              <a:rPr sz="1600">
                <a:solidFill>
                  <a:srgbClr val="FFFFFF"/>
                </a:solidFill>
                <a:latin typeface="Aptos"/>
                <a:ea typeface="Aptos"/>
                <a:cs typeface="Aptos"/>
              </a:rPr>
              <a:t>git check-ignore .venv
git add app.py core.py training.tsv
git add requirements*.txt README.md
git diff --cached --check
git commit -m "lab09: Gradio baseline"
git push
Token HF tidak masuk commit.</a:t>
            </a:r>
            <a:endParaRPr sz="16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321330954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AC960A9-602C-4D55-AA17-A15286FA1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9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513AED4-2391-47D0-9206-360588FA1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14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0F9DE12-2E19-4B8E-B6B5-229506FE5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67924568f04b6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5e3825a89b49c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B6AD358F-20C5-4F56-A575-6AF86DBE3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44FF1BE9-F166-485A-9C24-CA72E1679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7 | Repo materi di GitHub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E9D83C3F-92FF-40F8-8BF2-3617BA4D6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Source, modul PDF, slide, dan screenshot tersedia pada branch main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39AD2CC0-61EE-42D9-84B2-3CF9D3891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1DEACE7B-1739-4C81-BED9-41CCEFF63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d1bca4f61c486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B993A3C2-6EAF-49D8-8850-74D4957F6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6060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Perintah: git status; git add 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3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40bde1ac87404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004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9F558DEE-51B4-41EE-AF8A-83EE74801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1089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Fungsi: pilih berkas untuk di-push.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5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04b879374940c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70332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CCBD09FF-8377-4C55-913D-4518EEC3F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61188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Cara kerja: Git stage source, abaikan .venv.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7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c7231d794c41a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20624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4197262A-344D-4D9E-8886-0F68EE0A9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11480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git commit mencatat versi pekerjaan.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9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c457396c8f422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70916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4BCCC600-E174-44E9-BA7E-E3D863EF3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61772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git push mengirim commit ke GitHub.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1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5827bf683e4b2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2120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51C282E5-98A2-492C-A0FB-858F4827F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1206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Repo materi publik bertanda template.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3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652cdb308c4a6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7150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5" name="Text 14">
            <a:extLst xmlns:a="http://schemas.openxmlformats.org/drawingml/2006/main">
              <a:ext uri="{FF2B5EF4-FFF2-40B4-BE49-F238E27FC236}">
                <a16:creationId xmlns:a16="http://schemas.microsoft.com/office/drawing/2014/main" id="{B177279E-DD89-4D39-980E-854DCABC1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6235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Mahasiswa tetap memakai repo miliknya.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6" name="Shape 15">
            <a:extLst xmlns:a="http://schemas.openxmlformats.org/drawingml/2006/main">
              <a:ext uri="{FF2B5EF4-FFF2-40B4-BE49-F238E27FC236}">
                <a16:creationId xmlns:a16="http://schemas.microsoft.com/office/drawing/2014/main" id="{C7B4490A-FFF5-41D3-9C52-A0C33420C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16">
            <a:extLst xmlns:a="http://schemas.openxmlformats.org/drawingml/2006/main">
              <a:ext uri="{FF2B5EF4-FFF2-40B4-BE49-F238E27FC236}">
                <a16:creationId xmlns:a16="http://schemas.microsoft.com/office/drawing/2014/main" id="{20AA4EB3-BFF5-4F16-A7A7-B59505236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508760"/>
            <a:ext cx="51206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A510FF9F-C5D6-4E2D-85B2-09BE82393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 xmlns:a="http://schemas.openxmlformats.org/drawingml/2006/main">
              <a:ext uri="{FF2B5EF4-FFF2-40B4-BE49-F238E27FC236}">
                <a16:creationId xmlns:a16="http://schemas.microsoft.com/office/drawing/2014/main" id="{AC58595B-EA01-4E90-92F0-726DDB18D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19">
            <a:extLst xmlns:a="http://schemas.openxmlformats.org/drawingml/2006/main">
              <a:ext uri="{FF2B5EF4-FFF2-40B4-BE49-F238E27FC236}">
                <a16:creationId xmlns:a16="http://schemas.microsoft.com/office/drawing/2014/main" id="{1DD7F142-14F2-4CB5-A97B-19F12807B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i="1">
                <a:solidFill>
                  <a:srgbClr val="FFFFFF"/>
                </a:solidFill>
                <a:latin typeface="Aptos"/>
                <a:ea typeface="Aptos"/>
                <a:cs typeface="Aptos"/>
              </a:rPr>
              <a:t>Halaman ini bukti repo materi; bukan push mahasiswa.</a:t>
            </a:r>
            <a:endParaRPr sz="15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70" name="Picture 6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5287638bc9493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54680" y="2057400"/>
            <a:ext cx="4612879" cy="306324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4889031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2026-10-07T17:05:58.6200000Z</dcterms:created>
  <dcterms:modified xsi:type="dcterms:W3CDTF">2026-10-07T17:05:58.6200000Z</dcterms:modified>
</coreProperties>
</file>